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7" r:id="rId4"/>
    <p:sldId id="258" r:id="rId5"/>
    <p:sldId id="259" r:id="rId6"/>
    <p:sldId id="266" r:id="rId7"/>
    <p:sldId id="260" r:id="rId8"/>
    <p:sldId id="261" r:id="rId9"/>
    <p:sldId id="262" r:id="rId10"/>
    <p:sldId id="263" r:id="rId11"/>
    <p:sldId id="271" r:id="rId12"/>
    <p:sldId id="272" r:id="rId13"/>
    <p:sldId id="273" r:id="rId14"/>
    <p:sldId id="270" r:id="rId15"/>
    <p:sldId id="274" r:id="rId16"/>
    <p:sldId id="277" r:id="rId17"/>
    <p:sldId id="278" r:id="rId18"/>
    <p:sldId id="276" r:id="rId19"/>
    <p:sldId id="267" r:id="rId20"/>
    <p:sldId id="268" r:id="rId21"/>
    <p:sldId id="269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02122C-7620-BDCF-CA8C-DB9BE2D1C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2687EC-00EE-05AA-D070-EF972ABB8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83AE25-AB0E-BD51-2815-799DD6ED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F2FDAE-2AC4-29D5-5EF2-6B697F3B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144B2F-98D0-3819-2835-34546D55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60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5BB2F2-AB21-2F85-5602-4DDCC110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F09F07-1B60-8889-16D2-8E4FCD773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D91447-2232-B35A-ACC7-DB159043D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8384E2-CDBB-70C2-BC2E-67169C1A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9D01C-D65A-E61C-9A4F-77188C36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73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A721B6-444B-D6E1-017B-D87E513B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AF159F-8A64-D09F-3B8E-31EED8F49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4C544E-5103-6B67-C2CB-EFFF84B9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DA68D4-0A35-A62A-BE5B-44F48518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AECF04-89AB-2C04-80C9-776AE0D3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6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6C83BC-DACF-4FA5-7793-89965A5D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2E6A33-ABBD-2F4B-DFC0-7A0225F7A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4ED69D-D368-512E-707A-760A02A60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26B19D-249F-A967-27E6-0876F81A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99DDC2-B179-2343-29F3-DBE400920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908952-DAC4-5451-5193-A2239231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159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C36B1C-1287-B741-5C0D-0D11FFA26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0B9892-9A48-EE6C-834A-33BC432FB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773E975-3AE2-E32E-5386-BD3B44DDC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BF41BFE-F5D2-BD52-FC64-C2696657D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6E9E290-0E3C-5341-2AC0-ACF85316B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4287D2-9061-735C-BEDF-B193B13E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F326F53-0D44-A8F3-ABB1-703CE8DE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A36A4D2-6138-A61B-95D5-4CA229E6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37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3F3923-9E52-D9A9-F24D-BC272614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409831-A846-2306-6961-5AE0B8208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462D39-D253-BC84-046F-DBF3D096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67667A-9EF5-BF5F-A2CA-FEDA748E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27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7323A24-470B-6E6D-9FCE-E9E7E837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9A9EFBA-EA46-7535-5626-9DE5E35F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9583D1-A8E1-5D2F-EFBF-1E9AE444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974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C9F947-8A09-1547-5165-2C60E203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6AFABA-C98A-6149-FBE8-C8544A1A1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77F7AEB-9571-FEFF-5432-584390D32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BD7C69-D726-DE83-1DDE-E64F3A80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7AE1BDD-98AD-4FCB-14D7-4D3BAF5F4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B43B9F-3752-F833-06A4-E2329086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60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7633D-4AA1-8824-DF6E-CD53F5D67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D88B2D-43CE-61C4-E175-B83D1F55D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670EC2-39B5-7B46-8822-C1623609B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3A1FCE-D805-EB21-1041-F02DE87B3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99A5F66-C986-4E49-3F1B-3D0D17B4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85BE0A-9EF9-4F6D-A6F1-07DD4F95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68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2B42A0-73F7-EE5C-0350-BFA56904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761E8A2-6ADD-4D2F-A0DE-CF202CC46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1CC387-2C60-FB1B-2EBC-68AC8EDD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146FF0-91A8-9577-A29F-B4638AD2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DF2F07-5EE9-0FDD-AB9F-B0F9B882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747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FA7DAFD-F689-75FE-445F-5CFABFB3A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47FA34-D095-FC93-E6D2-18690A434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7A8D01-47E2-294E-408E-BA6644BF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1A569C-DA3C-66C0-468E-53E6F98D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23C231-8BF1-B6B0-5E36-D1BC9A9B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38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39B85BF-1212-7BE0-61C1-B3964297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EDD37A-6362-A6FD-E2BC-927213CBB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DAF820-3FD2-F493-5C01-C8C9362DC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032BF-669F-4EED-B9B2-1AA354810069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C10F30-151A-773C-7932-9D25DD486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AC854A-A03A-B189-4BA8-FDAD204EE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D312C-0E65-411B-996E-160094A4E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54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5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11" Type="http://schemas.openxmlformats.org/officeDocument/2006/relationships/image" Target="../media/image49.png"/><Relationship Id="rId5" Type="http://schemas.openxmlformats.org/officeDocument/2006/relationships/image" Target="../media/image47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46101E-74FC-4352-9EF4-AB21DE4D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2026.4.12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A4701F-D3D8-705C-A97A-E8BF2B637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324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EE90-0CF9-9124-922A-298B0323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614F0-F762-9225-F087-0EAB99C9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1.5.6(b) </a:t>
            </a:r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AA3FBDF4-43FF-33CA-B516-33E0EC27E4DD}"/>
              </a:ext>
            </a:extLst>
          </p:cNvPr>
          <p:cNvGrpSpPr/>
          <p:nvPr/>
        </p:nvGrpSpPr>
        <p:grpSpPr>
          <a:xfrm>
            <a:off x="3099335" y="1191978"/>
            <a:ext cx="2196644" cy="5300897"/>
            <a:chOff x="3099335" y="1191978"/>
            <a:chExt cx="2196644" cy="5300897"/>
          </a:xfrm>
        </p:grpSpPr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FA9E36C6-E6E7-5ED7-74B2-38ED229189D0}"/>
                </a:ext>
              </a:extLst>
            </p:cNvPr>
            <p:cNvSpPr/>
            <p:nvPr/>
          </p:nvSpPr>
          <p:spPr>
            <a:xfrm>
              <a:off x="3099335" y="1731974"/>
              <a:ext cx="1578543" cy="385010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32CCD32C-AC7E-1BE3-EA7A-386E1B21F8CF}"/>
                </a:ext>
              </a:extLst>
            </p:cNvPr>
            <p:cNvSpPr txBox="1"/>
            <p:nvPr/>
          </p:nvSpPr>
          <p:spPr>
            <a:xfrm>
              <a:off x="3651201" y="5784989"/>
              <a:ext cx="4748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dirty="0"/>
                <a:t>S</a:t>
              </a:r>
              <a:endParaRPr lang="zh-TW" altLang="en-US" sz="4000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218B663-BED5-23EE-4B0F-4AA0B213EFBF}"/>
                </a:ext>
              </a:extLst>
            </p:cNvPr>
            <p:cNvSpPr txBox="1"/>
            <p:nvPr/>
          </p:nvSpPr>
          <p:spPr>
            <a:xfrm>
              <a:off x="4133801" y="1191978"/>
              <a:ext cx="11621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>
                  <a:solidFill>
                    <a:schemeClr val="accent1"/>
                  </a:solidFill>
                </a:rPr>
                <a:t>Degree 2</a:t>
              </a:r>
              <a:endParaRPr lang="zh-TW" altLang="en-US" sz="20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DAAC55BB-E346-9A0C-0ABE-40184A62867B}"/>
              </a:ext>
            </a:extLst>
          </p:cNvPr>
          <p:cNvGrpSpPr/>
          <p:nvPr/>
        </p:nvGrpSpPr>
        <p:grpSpPr>
          <a:xfrm>
            <a:off x="6807229" y="1731974"/>
            <a:ext cx="1927131" cy="4760901"/>
            <a:chOff x="2925040" y="1731974"/>
            <a:chExt cx="1927131" cy="4760901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B006F8BF-2095-3054-D0FB-34340A1412C9}"/>
                </a:ext>
              </a:extLst>
            </p:cNvPr>
            <p:cNvSpPr/>
            <p:nvPr/>
          </p:nvSpPr>
          <p:spPr>
            <a:xfrm>
              <a:off x="3099335" y="1731974"/>
              <a:ext cx="1578543" cy="385010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B64F99A3-4B59-E59E-70C0-50864D3E4504}"/>
                </a:ext>
              </a:extLst>
            </p:cNvPr>
            <p:cNvSpPr txBox="1"/>
            <p:nvPr/>
          </p:nvSpPr>
          <p:spPr>
            <a:xfrm>
              <a:off x="2925040" y="5784989"/>
              <a:ext cx="192713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dirty="0"/>
                <a:t>V(G)</a:t>
              </a:r>
              <a:r>
                <a:rPr lang="zh-TW" altLang="en-US" sz="4000" dirty="0"/>
                <a:t> </a:t>
              </a:r>
              <a:r>
                <a:rPr lang="en-US" altLang="zh-TW" sz="4000" dirty="0"/>
                <a:t>\</a:t>
              </a:r>
              <a:r>
                <a:rPr lang="zh-TW" altLang="en-US" sz="4000" dirty="0"/>
                <a:t> </a:t>
              </a:r>
              <a:r>
                <a:rPr lang="en-US" altLang="zh-TW" sz="4000" dirty="0"/>
                <a:t>S</a:t>
              </a:r>
              <a:r>
                <a:rPr lang="zh-TW" altLang="en-US" sz="4000" dirty="0"/>
                <a:t>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450CA87D-ADBC-27AA-F191-902424506995}"/>
                  </a:ext>
                </a:extLst>
              </p:cNvPr>
              <p:cNvSpPr/>
              <p:nvPr/>
            </p:nvSpPr>
            <p:spPr>
              <a:xfrm>
                <a:off x="3651201" y="3158551"/>
                <a:ext cx="482600" cy="99695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450CA87D-ADBC-27AA-F191-9024245069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01" y="3158551"/>
                <a:ext cx="482600" cy="99695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63D50317-4D43-F4A2-1A19-4BF2A500923F}"/>
              </a:ext>
            </a:extLst>
          </p:cNvPr>
          <p:cNvCxnSpPr>
            <a:stCxn id="9" idx="0"/>
          </p:cNvCxnSpPr>
          <p:nvPr/>
        </p:nvCxnSpPr>
        <p:spPr>
          <a:xfrm flipV="1">
            <a:off x="3892501" y="2311400"/>
            <a:ext cx="381049" cy="8471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9EC6AC7-04E8-9463-74CE-0EF0360056B8}"/>
              </a:ext>
            </a:extLst>
          </p:cNvPr>
          <p:cNvCxnSpPr>
            <a:cxnSpLocks/>
          </p:cNvCxnSpPr>
          <p:nvPr/>
        </p:nvCxnSpPr>
        <p:spPr>
          <a:xfrm flipV="1">
            <a:off x="3888606" y="2228828"/>
            <a:ext cx="0" cy="929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970E98DA-0708-468E-0A1E-46FFF1A180D8}"/>
              </a:ext>
            </a:extLst>
          </p:cNvPr>
          <p:cNvCxnSpPr>
            <a:cxnSpLocks/>
          </p:cNvCxnSpPr>
          <p:nvPr/>
        </p:nvCxnSpPr>
        <p:spPr>
          <a:xfrm flipH="1" flipV="1">
            <a:off x="3702051" y="2288861"/>
            <a:ext cx="182661" cy="888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838E212C-1628-0F72-7E02-34CC0E23FDB9}"/>
              </a:ext>
            </a:extLst>
          </p:cNvPr>
          <p:cNvCxnSpPr>
            <a:cxnSpLocks/>
          </p:cNvCxnSpPr>
          <p:nvPr/>
        </p:nvCxnSpPr>
        <p:spPr>
          <a:xfrm flipH="1" flipV="1">
            <a:off x="3905462" y="4146128"/>
            <a:ext cx="182661" cy="888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AD48039-8708-41D5-3064-9A628A431FC7}"/>
              </a:ext>
            </a:extLst>
          </p:cNvPr>
          <p:cNvCxnSpPr>
            <a:cxnSpLocks/>
          </p:cNvCxnSpPr>
          <p:nvPr/>
        </p:nvCxnSpPr>
        <p:spPr>
          <a:xfrm flipV="1">
            <a:off x="3880087" y="4155501"/>
            <a:ext cx="0" cy="8696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E97D8DB-88EC-373F-FCC0-89E56B9DCF34}"/>
              </a:ext>
            </a:extLst>
          </p:cNvPr>
          <p:cNvCxnSpPr>
            <a:cxnSpLocks/>
          </p:cNvCxnSpPr>
          <p:nvPr/>
        </p:nvCxnSpPr>
        <p:spPr>
          <a:xfrm flipV="1">
            <a:off x="3703671" y="4146128"/>
            <a:ext cx="163729" cy="8471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7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29ACE-F236-D514-5263-241A0DD1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1.5.6(b) </a:t>
            </a:r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7F53CC1-8B21-C7A9-41EC-6FA2AD44322D}"/>
              </a:ext>
            </a:extLst>
          </p:cNvPr>
          <p:cNvGrpSpPr/>
          <p:nvPr/>
        </p:nvGrpSpPr>
        <p:grpSpPr>
          <a:xfrm>
            <a:off x="1853794" y="1128954"/>
            <a:ext cx="8377964" cy="5363921"/>
            <a:chOff x="1853794" y="1128954"/>
            <a:chExt cx="8377964" cy="5363921"/>
          </a:xfrm>
        </p:grpSpPr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4804F3B6-B42E-93B0-EF8D-F31E183C885A}"/>
                </a:ext>
              </a:extLst>
            </p:cNvPr>
            <p:cNvSpPr/>
            <p:nvPr/>
          </p:nvSpPr>
          <p:spPr>
            <a:xfrm>
              <a:off x="3099335" y="1731974"/>
              <a:ext cx="1578543" cy="385010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A88A7C2C-085D-93A0-1584-4A2F228E0C95}"/>
                </a:ext>
              </a:extLst>
            </p:cNvPr>
            <p:cNvSpPr txBox="1"/>
            <p:nvPr/>
          </p:nvSpPr>
          <p:spPr>
            <a:xfrm>
              <a:off x="3651201" y="5784989"/>
              <a:ext cx="4748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dirty="0"/>
                <a:t>S</a:t>
              </a:r>
              <a:endParaRPr lang="zh-TW" altLang="en-US" sz="4000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34E30A6-CC33-D787-F5F6-1B1D770E44B3}"/>
                </a:ext>
              </a:extLst>
            </p:cNvPr>
            <p:cNvSpPr txBox="1"/>
            <p:nvPr/>
          </p:nvSpPr>
          <p:spPr>
            <a:xfrm>
              <a:off x="8010491" y="1128954"/>
              <a:ext cx="11621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Degree 1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E808A2E-D642-C32E-9171-AABE73F068AC}"/>
                </a:ext>
              </a:extLst>
            </p:cNvPr>
            <p:cNvSpPr txBox="1"/>
            <p:nvPr/>
          </p:nvSpPr>
          <p:spPr>
            <a:xfrm>
              <a:off x="1853794" y="3275662"/>
              <a:ext cx="11368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|V(S)| = k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75DF9B69-B038-B8BF-9B18-AA65D4447A74}"/>
                    </a:ext>
                  </a:extLst>
                </p:cNvPr>
                <p:cNvSpPr txBox="1"/>
                <p:nvPr/>
              </p:nvSpPr>
              <p:spPr>
                <a:xfrm>
                  <a:off x="8777449" y="3445320"/>
                  <a:ext cx="145430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000" dirty="0">
                      <a:solidFill>
                        <a:srgbClr val="FF0000"/>
                      </a:solidFill>
                    </a:rPr>
                    <a:t>Deg(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zh-TW" sz="2000" dirty="0">
                      <a:solidFill>
                        <a:srgbClr val="FF0000"/>
                      </a:solidFill>
                    </a:rPr>
                    <a:t>)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zh-TW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75DF9B69-B038-B8BF-9B18-AA65D4447A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7449" y="3445320"/>
                  <a:ext cx="1454309" cy="400110"/>
                </a:xfrm>
                <a:prstGeom prst="rect">
                  <a:avLst/>
                </a:prstGeom>
                <a:blipFill>
                  <a:blip r:embed="rId2"/>
                  <a:stretch>
                    <a:fillRect l="-4622" t="-6061" b="-2727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78351EBE-80AE-B8DE-DAAE-BB072EBB60C3}"/>
              </a:ext>
            </a:extLst>
          </p:cNvPr>
          <p:cNvGrpSpPr/>
          <p:nvPr/>
        </p:nvGrpSpPr>
        <p:grpSpPr>
          <a:xfrm>
            <a:off x="6807229" y="1731974"/>
            <a:ext cx="1927131" cy="4760901"/>
            <a:chOff x="2925040" y="1731974"/>
            <a:chExt cx="1927131" cy="4760901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CACF3B6C-9D57-96A8-ACAF-E5B0C5E9E36C}"/>
                </a:ext>
              </a:extLst>
            </p:cNvPr>
            <p:cNvSpPr/>
            <p:nvPr/>
          </p:nvSpPr>
          <p:spPr>
            <a:xfrm>
              <a:off x="3099335" y="1731974"/>
              <a:ext cx="1578543" cy="385010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7472449C-E60A-EBEA-3E82-2DD1DFA888CE}"/>
                </a:ext>
              </a:extLst>
            </p:cNvPr>
            <p:cNvSpPr txBox="1"/>
            <p:nvPr/>
          </p:nvSpPr>
          <p:spPr>
            <a:xfrm>
              <a:off x="2925040" y="5784989"/>
              <a:ext cx="192713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dirty="0"/>
                <a:t>V(G)</a:t>
              </a:r>
              <a:r>
                <a:rPr lang="zh-TW" altLang="en-US" sz="4000" dirty="0"/>
                <a:t> </a:t>
              </a:r>
              <a:r>
                <a:rPr lang="en-US" altLang="zh-TW" sz="4000" dirty="0"/>
                <a:t>\</a:t>
              </a:r>
              <a:r>
                <a:rPr lang="zh-TW" altLang="en-US" sz="4000" dirty="0"/>
                <a:t> </a:t>
              </a:r>
              <a:r>
                <a:rPr lang="en-US" altLang="zh-TW" sz="4000" dirty="0"/>
                <a:t>S</a:t>
              </a:r>
              <a:r>
                <a:rPr lang="zh-TW" altLang="en-US" sz="4000" dirty="0"/>
                <a:t>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68E1D142-AD82-61AA-5909-79BE1E492E10}"/>
                  </a:ext>
                </a:extLst>
              </p:cNvPr>
              <p:cNvSpPr/>
              <p:nvPr/>
            </p:nvSpPr>
            <p:spPr>
              <a:xfrm>
                <a:off x="7459621" y="3177297"/>
                <a:ext cx="482600" cy="99695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68E1D142-AD82-61AA-5909-79BE1E492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621" y="3177297"/>
                <a:ext cx="482600" cy="99695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532BAAB-089A-5B63-80FB-29E8740BF134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4586661" y="2768918"/>
            <a:ext cx="2943635" cy="5543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F8FCCA27-1638-3A85-5F19-F2AB2F36D3D9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4538535" y="4174247"/>
            <a:ext cx="3162386" cy="7243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A7216356-CC8E-6C5A-ED47-611B196FC18B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677878" y="3675772"/>
            <a:ext cx="2781743" cy="2124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83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AA88-CDD4-BF65-48E8-A92BA5C5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B9A3A7-AB61-527E-E167-C36FE918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</a:t>
            </a:r>
            <a:r>
              <a:rPr lang="zh-TW" altLang="en-US" dirty="0"/>
              <a:t> </a:t>
            </a:r>
            <a:r>
              <a:rPr lang="en-US" altLang="zh-TW" dirty="0"/>
              <a:t>1.5.8*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2A8F4BBB-0556-9F9E-C72D-47860563DF65}"/>
              </a:ext>
            </a:extLst>
          </p:cNvPr>
          <p:cNvGrpSpPr/>
          <p:nvPr/>
        </p:nvGrpSpPr>
        <p:grpSpPr>
          <a:xfrm>
            <a:off x="1173390" y="734989"/>
            <a:ext cx="5808134" cy="5757886"/>
            <a:chOff x="1173390" y="734989"/>
            <a:chExt cx="5808134" cy="5757886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10024CA2-410A-01EC-7DE8-E112543BBB54}"/>
                </a:ext>
              </a:extLst>
            </p:cNvPr>
            <p:cNvSpPr/>
            <p:nvPr/>
          </p:nvSpPr>
          <p:spPr>
            <a:xfrm>
              <a:off x="3099335" y="1731974"/>
              <a:ext cx="1578543" cy="385010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ECF082E7-03A9-685B-4DF6-590C830DB94B}"/>
                </a:ext>
              </a:extLst>
            </p:cNvPr>
            <p:cNvSpPr txBox="1"/>
            <p:nvPr/>
          </p:nvSpPr>
          <p:spPr>
            <a:xfrm>
              <a:off x="3651201" y="5784989"/>
              <a:ext cx="46839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dirty="0"/>
                <a:t>X</a:t>
              </a:r>
              <a:endParaRPr lang="zh-TW" altLang="en-US" sz="4000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0D593617-EBEB-9DF3-59C0-E640303CEC88}"/>
                </a:ext>
              </a:extLst>
            </p:cNvPr>
            <p:cNvSpPr txBox="1"/>
            <p:nvPr/>
          </p:nvSpPr>
          <p:spPr>
            <a:xfrm>
              <a:off x="2013749" y="3665216"/>
              <a:ext cx="9918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size = a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A6CB305-B7F7-AF5D-489F-5E2BA85CBDB3}"/>
                </a:ext>
              </a:extLst>
            </p:cNvPr>
            <p:cNvSpPr txBox="1"/>
            <p:nvPr/>
          </p:nvSpPr>
          <p:spPr>
            <a:xfrm>
              <a:off x="5329756" y="1893932"/>
              <a:ext cx="9998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>
                  <a:solidFill>
                    <a:schemeClr val="accent1"/>
                  </a:solidFill>
                </a:rPr>
                <a:t>size = b</a:t>
              </a:r>
              <a:endParaRPr lang="zh-TW" altLang="en-US" sz="20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9DB3458F-FA51-B339-0F7E-C56A6B785ED4}"/>
                    </a:ext>
                  </a:extLst>
                </p:cNvPr>
                <p:cNvSpPr txBox="1"/>
                <p:nvPr/>
              </p:nvSpPr>
              <p:spPr>
                <a:xfrm>
                  <a:off x="4438840" y="734989"/>
                  <a:ext cx="2542684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4000" dirty="0"/>
                    <a:t>V(G) = X</a:t>
                  </a:r>
                  <a14:m>
                    <m:oMath xmlns:m="http://schemas.openxmlformats.org/officeDocument/2006/math"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</m:oMath>
                  </a14:m>
                  <a:r>
                    <a:rPr lang="en-US" altLang="zh-TW" sz="4000" dirty="0"/>
                    <a:t>Y</a:t>
                  </a:r>
                  <a:endParaRPr lang="zh-TW" altLang="en-US" sz="4000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9DB3458F-FA51-B339-0F7E-C56A6B785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8840" y="734989"/>
                  <a:ext cx="2542684" cy="707886"/>
                </a:xfrm>
                <a:prstGeom prst="rect">
                  <a:avLst/>
                </a:prstGeom>
                <a:blipFill>
                  <a:blip r:embed="rId2"/>
                  <a:stretch>
                    <a:fillRect l="-8393" t="-15517" r="-7674" b="-3620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617E24B1-A2B2-3B9A-9F54-DE2023C7BC33}"/>
                </a:ext>
              </a:extLst>
            </p:cNvPr>
            <p:cNvSpPr txBox="1"/>
            <p:nvPr/>
          </p:nvSpPr>
          <p:spPr>
            <a:xfrm>
              <a:off x="5161321" y="3228945"/>
              <a:ext cx="15338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>
                  <a:solidFill>
                    <a:schemeClr val="accent1"/>
                  </a:solidFill>
                </a:rPr>
                <a:t>(cross edge)</a:t>
              </a:r>
              <a:endParaRPr lang="zh-TW" alt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0C8685A5-16B1-C07F-CEF3-5FBB3F515171}"/>
                </a:ext>
              </a:extLst>
            </p:cNvPr>
            <p:cNvSpPr txBox="1"/>
            <p:nvPr/>
          </p:nvSpPr>
          <p:spPr>
            <a:xfrm>
              <a:off x="1173390" y="4106612"/>
              <a:ext cx="20435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(non-cross edge)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ED921FFD-15D3-8B27-3E6F-7F1BAC98EEA0}"/>
              </a:ext>
            </a:extLst>
          </p:cNvPr>
          <p:cNvGrpSpPr/>
          <p:nvPr/>
        </p:nvGrpSpPr>
        <p:grpSpPr>
          <a:xfrm>
            <a:off x="6981524" y="1731974"/>
            <a:ext cx="1578543" cy="4765576"/>
            <a:chOff x="3099335" y="1731974"/>
            <a:chExt cx="1578543" cy="4765576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D8A77548-F1A0-B224-252B-33119E86A474}"/>
                </a:ext>
              </a:extLst>
            </p:cNvPr>
            <p:cNvSpPr/>
            <p:nvPr/>
          </p:nvSpPr>
          <p:spPr>
            <a:xfrm>
              <a:off x="3099335" y="1731974"/>
              <a:ext cx="1578543" cy="385010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6BEE77A-E97D-ED21-26B9-24B0D3570E7F}"/>
                </a:ext>
              </a:extLst>
            </p:cNvPr>
            <p:cNvSpPr txBox="1"/>
            <p:nvPr/>
          </p:nvSpPr>
          <p:spPr>
            <a:xfrm>
              <a:off x="3657613" y="5789664"/>
              <a:ext cx="46198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dirty="0"/>
                <a:t>Y</a:t>
              </a:r>
              <a:endParaRPr lang="zh-TW" altLang="en-US" sz="4000" dirty="0"/>
            </a:p>
          </p:txBody>
        </p:sp>
      </p:grp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8C3676B0-E197-1591-BCF4-559669081090}"/>
              </a:ext>
            </a:extLst>
          </p:cNvPr>
          <p:cNvSpPr/>
          <p:nvPr/>
        </p:nvSpPr>
        <p:spPr>
          <a:xfrm>
            <a:off x="3833215" y="2796419"/>
            <a:ext cx="104370" cy="9797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8B03B978-2115-2E76-0C32-17468A7ABE1B}"/>
              </a:ext>
            </a:extLst>
          </p:cNvPr>
          <p:cNvCxnSpPr>
            <a:stCxn id="13" idx="0"/>
          </p:cNvCxnSpPr>
          <p:nvPr/>
        </p:nvCxnSpPr>
        <p:spPr>
          <a:xfrm flipV="1">
            <a:off x="3885400" y="2233061"/>
            <a:ext cx="3654402" cy="563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AE648FB8-B40F-A90E-298A-E266683E5461}"/>
              </a:ext>
            </a:extLst>
          </p:cNvPr>
          <p:cNvCxnSpPr>
            <a:cxnSpLocks/>
          </p:cNvCxnSpPr>
          <p:nvPr/>
        </p:nvCxnSpPr>
        <p:spPr>
          <a:xfrm>
            <a:off x="3885400" y="2850403"/>
            <a:ext cx="3628724" cy="4471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5A7A53A-C808-4F05-9679-F0AF2E48602A}"/>
              </a:ext>
            </a:extLst>
          </p:cNvPr>
          <p:cNvCxnSpPr>
            <a:cxnSpLocks/>
          </p:cNvCxnSpPr>
          <p:nvPr/>
        </p:nvCxnSpPr>
        <p:spPr>
          <a:xfrm flipV="1">
            <a:off x="3833215" y="2755133"/>
            <a:ext cx="3733094" cy="668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1BA868CD-92ED-E573-5413-9B8B14AAC875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615833" y="2880042"/>
            <a:ext cx="232667" cy="18629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A7C8E2CD-AB81-429B-87F0-825F2060CB41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3868841" y="2894390"/>
            <a:ext cx="16559" cy="19322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0B1FFDB1-F392-155F-D8EB-3BE5F391FED5}"/>
              </a:ext>
            </a:extLst>
          </p:cNvPr>
          <p:cNvCxnSpPr>
            <a:cxnSpLocks/>
            <a:endCxn id="13" idx="5"/>
          </p:cNvCxnSpPr>
          <p:nvPr/>
        </p:nvCxnSpPr>
        <p:spPr>
          <a:xfrm flipH="1" flipV="1">
            <a:off x="3922300" y="2880042"/>
            <a:ext cx="295481" cy="18441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BB2B011-8347-2CF1-1427-DC13BA66C7A4}"/>
                  </a:ext>
                </a:extLst>
              </p:cNvPr>
              <p:cNvSpPr txBox="1"/>
              <p:nvPr/>
            </p:nvSpPr>
            <p:spPr>
              <a:xfrm>
                <a:off x="7645605" y="1165876"/>
                <a:ext cx="44050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b="0" dirty="0"/>
                  <a:t>Let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BB2B011-8347-2CF1-1427-DC13BA66C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605" y="1165876"/>
                <a:ext cx="4405052" cy="276999"/>
              </a:xfrm>
              <a:prstGeom prst="rect">
                <a:avLst/>
              </a:prstGeom>
              <a:blipFill>
                <a:blip r:embed="rId3"/>
                <a:stretch>
                  <a:fillRect l="-3181" t="-26087" r="-1660" b="-5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92BEC95B-B29D-0BEE-5207-4A69C50DAC61}"/>
              </a:ext>
            </a:extLst>
          </p:cNvPr>
          <p:cNvSpPr txBox="1"/>
          <p:nvPr/>
        </p:nvSpPr>
        <p:spPr>
          <a:xfrm>
            <a:off x="7403958" y="597680"/>
            <a:ext cx="4788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 </a:t>
            </a:r>
            <a:r>
              <a:rPr lang="zh-TW" altLang="en-US" dirty="0"/>
              <a:t>是所有 </a:t>
            </a:r>
            <a:r>
              <a:rPr lang="en-US" altLang="zh-TW" dirty="0"/>
              <a:t>cross edge </a:t>
            </a:r>
            <a:r>
              <a:rPr lang="zh-TW" altLang="en-US" dirty="0"/>
              <a:t>形成的 </a:t>
            </a:r>
            <a:r>
              <a:rPr lang="en-US" altLang="zh-TW" dirty="0"/>
              <a:t>induced subgraph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063F7CB-755E-E050-E2C1-095F4C29CC23}"/>
                  </a:ext>
                </a:extLst>
              </p:cNvPr>
              <p:cNvSpPr txBox="1"/>
              <p:nvPr/>
            </p:nvSpPr>
            <p:spPr>
              <a:xfrm>
                <a:off x="9194199" y="3888861"/>
                <a:ext cx="1870833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𝑑𝑒𝑔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𝑑𝑒𝑔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063F7CB-755E-E050-E2C1-095F4C29C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199" y="3888861"/>
                <a:ext cx="1870833" cy="617861"/>
              </a:xfrm>
              <a:prstGeom prst="rect">
                <a:avLst/>
              </a:prstGeom>
              <a:blipFill>
                <a:blip r:embed="rId4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4A7445B4-1ED0-C716-AE99-67BE36D7398A}"/>
                  </a:ext>
                </a:extLst>
              </p:cNvPr>
              <p:cNvSpPr txBox="1"/>
              <p:nvPr/>
            </p:nvSpPr>
            <p:spPr>
              <a:xfrm>
                <a:off x="8916423" y="4784313"/>
                <a:ext cx="30383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b="0" dirty="0"/>
                  <a:t>2a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𝑑𝑒𝑔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4A7445B4-1ED0-C716-AE99-67BE36D73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6423" y="4784313"/>
                <a:ext cx="3038332" cy="276999"/>
              </a:xfrm>
              <a:prstGeom prst="rect">
                <a:avLst/>
              </a:prstGeom>
              <a:blipFill>
                <a:blip r:embed="rId5"/>
                <a:stretch>
                  <a:fillRect l="-4819" t="-26667" b="-5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E6A1A436-7B42-3432-67D8-6124C629FAF0}"/>
                  </a:ext>
                </a:extLst>
              </p:cNvPr>
              <p:cNvSpPr txBox="1"/>
              <p:nvPr/>
            </p:nvSpPr>
            <p:spPr>
              <a:xfrm>
                <a:off x="8991931" y="5173520"/>
                <a:ext cx="273331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𝑑𝑒𝑔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&gt;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𝑑𝑒𝑔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E6A1A436-7B42-3432-67D8-6124C629F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931" y="5173520"/>
                <a:ext cx="2733312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E8842D0-3A51-2F61-B1C3-6706979C8FE4}"/>
                  </a:ext>
                </a:extLst>
              </p:cNvPr>
              <p:cNvSpPr txBox="1"/>
              <p:nvPr/>
            </p:nvSpPr>
            <p:spPr>
              <a:xfrm>
                <a:off x="8418018" y="1899821"/>
                <a:ext cx="37739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dirty="0"/>
                  <a:t>Assume a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/>
                  <a:t> b, if not, … , contradiction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E8842D0-3A51-2F61-B1C3-6706979C8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018" y="1899821"/>
                <a:ext cx="3773982" cy="276999"/>
              </a:xfrm>
              <a:prstGeom prst="rect">
                <a:avLst/>
              </a:prstGeom>
              <a:blipFill>
                <a:blip r:embed="rId7"/>
                <a:stretch>
                  <a:fillRect l="-3877" t="-26667" r="-3069" b="-5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BEF88DC4-8717-F921-4346-C291507577F6}"/>
                  </a:ext>
                </a:extLst>
              </p:cNvPr>
              <p:cNvSpPr txBox="1"/>
              <p:nvPr/>
            </p:nvSpPr>
            <p:spPr>
              <a:xfrm>
                <a:off x="9436620" y="2977819"/>
                <a:ext cx="16210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dirty="0"/>
                  <a:t>Therefore , a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/>
                  <a:t> b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BEF88DC4-8717-F921-4346-C29150757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620" y="2977819"/>
                <a:ext cx="1621021" cy="276999"/>
              </a:xfrm>
              <a:prstGeom prst="rect">
                <a:avLst/>
              </a:prstGeom>
              <a:blipFill>
                <a:blip r:embed="rId8"/>
                <a:stretch>
                  <a:fillRect l="-8647" t="-26087" r="-7895" b="-5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0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CD019-F10E-7794-72C6-DD479894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0E35FA-BAF5-A564-024A-00A23347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1.5.9*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F28286B-126A-CCCF-C9D7-A736424E35B9}"/>
              </a:ext>
            </a:extLst>
          </p:cNvPr>
          <p:cNvSpPr txBox="1"/>
          <p:nvPr/>
        </p:nvSpPr>
        <p:spPr>
          <a:xfrm>
            <a:off x="838200" y="1784816"/>
            <a:ext cx="4868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(1) </a:t>
            </a:r>
            <a:r>
              <a:rPr lang="zh-TW" altLang="en-US" sz="2800" dirty="0"/>
              <a:t>證 </a:t>
            </a:r>
            <a:r>
              <a:rPr lang="en-US" altLang="zh-TW" sz="2800" dirty="0"/>
              <a:t>G</a:t>
            </a:r>
            <a:r>
              <a:rPr lang="zh-TW" altLang="en-US" sz="2800" dirty="0"/>
              <a:t> 為 </a:t>
            </a:r>
            <a:r>
              <a:rPr lang="en-US" altLang="zh-TW" sz="2800" dirty="0"/>
              <a:t>planar graph</a:t>
            </a:r>
            <a:endParaRPr lang="zh-TW" altLang="en-US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7243CF2-80EF-235D-283B-06B133D62F76}"/>
              </a:ext>
            </a:extLst>
          </p:cNvPr>
          <p:cNvSpPr txBox="1"/>
          <p:nvPr/>
        </p:nvSpPr>
        <p:spPr>
          <a:xfrm>
            <a:off x="759188" y="3137005"/>
            <a:ext cx="4622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/>
              <a:t>假設 </a:t>
            </a:r>
            <a:r>
              <a:rPr lang="en-US" altLang="zh-TW" sz="2000" dirty="0"/>
              <a:t>ab, cd </a:t>
            </a:r>
            <a:r>
              <a:rPr lang="zh-TW" altLang="en-US" sz="2000" dirty="0"/>
              <a:t>相交於 </a:t>
            </a:r>
            <a:r>
              <a:rPr lang="en-US" altLang="zh-TW" sz="2000" dirty="0"/>
              <a:t>O (by contradiction)</a:t>
            </a:r>
            <a:endParaRPr lang="zh-TW" altLang="en-US" sz="2000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7BB8A17-E1FE-CC64-D14A-F0BBA22617AE}"/>
              </a:ext>
            </a:extLst>
          </p:cNvPr>
          <p:cNvGrpSpPr/>
          <p:nvPr/>
        </p:nvGrpSpPr>
        <p:grpSpPr>
          <a:xfrm>
            <a:off x="1682750" y="4072467"/>
            <a:ext cx="2158853" cy="866965"/>
            <a:chOff x="1682750" y="4072467"/>
            <a:chExt cx="2158853" cy="866965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BC64F06D-20FD-AD5A-81EF-1A23439C9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3619" y="4123267"/>
              <a:ext cx="1960181" cy="7653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流程圖: 接點 9">
              <a:extLst>
                <a:ext uri="{FF2B5EF4-FFF2-40B4-BE49-F238E27FC236}">
                  <a16:creationId xmlns:a16="http://schemas.microsoft.com/office/drawing/2014/main" id="{C345CD30-BE75-D741-F881-01CEBCB9906E}"/>
                </a:ext>
              </a:extLst>
            </p:cNvPr>
            <p:cNvSpPr/>
            <p:nvPr/>
          </p:nvSpPr>
          <p:spPr>
            <a:xfrm>
              <a:off x="1682750" y="4888632"/>
              <a:ext cx="50800" cy="50800"/>
            </a:xfrm>
            <a:prstGeom prst="flowChartConnector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F1F9E91E-813B-82C7-5042-3E927F01D02A}"/>
                </a:ext>
              </a:extLst>
            </p:cNvPr>
            <p:cNvSpPr/>
            <p:nvPr/>
          </p:nvSpPr>
          <p:spPr>
            <a:xfrm>
              <a:off x="3790803" y="4072467"/>
              <a:ext cx="50800" cy="50800"/>
            </a:xfrm>
            <a:prstGeom prst="flowChartConnector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20153F31-12CE-668C-BAE1-C6DF944C8B8F}"/>
              </a:ext>
            </a:extLst>
          </p:cNvPr>
          <p:cNvGrpSpPr/>
          <p:nvPr/>
        </p:nvGrpSpPr>
        <p:grpSpPr>
          <a:xfrm>
            <a:off x="1927403" y="3564775"/>
            <a:ext cx="1961641" cy="1960181"/>
            <a:chOff x="4553763" y="3519055"/>
            <a:chExt cx="1961641" cy="1960181"/>
          </a:xfrm>
        </p:grpSpPr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F52949FD-8374-07DE-E1AC-3F9C6C8ED741}"/>
                </a:ext>
              </a:extLst>
            </p:cNvPr>
            <p:cNvCxnSpPr>
              <a:cxnSpLocks/>
            </p:cNvCxnSpPr>
            <p:nvPr/>
          </p:nvCxnSpPr>
          <p:spPr>
            <a:xfrm rot="3207601" flipV="1">
              <a:off x="4549452" y="4116463"/>
              <a:ext cx="1960181" cy="7653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75076BB4-1BDC-8F53-EF91-EDFBCE63B082}"/>
                </a:ext>
              </a:extLst>
            </p:cNvPr>
            <p:cNvGrpSpPr/>
            <p:nvPr/>
          </p:nvGrpSpPr>
          <p:grpSpPr>
            <a:xfrm>
              <a:off x="4553763" y="3876665"/>
              <a:ext cx="1961641" cy="1258567"/>
              <a:chOff x="4553763" y="3876665"/>
              <a:chExt cx="1961641" cy="1258567"/>
            </a:xfrm>
          </p:grpSpPr>
          <p:sp>
            <p:nvSpPr>
              <p:cNvPr id="15" name="流程圖: 接點 14">
                <a:extLst>
                  <a:ext uri="{FF2B5EF4-FFF2-40B4-BE49-F238E27FC236}">
                    <a16:creationId xmlns:a16="http://schemas.microsoft.com/office/drawing/2014/main" id="{4B563C76-8B8C-D34C-6103-938F4BC87801}"/>
                  </a:ext>
                </a:extLst>
              </p:cNvPr>
              <p:cNvSpPr/>
              <p:nvPr/>
            </p:nvSpPr>
            <p:spPr>
              <a:xfrm rot="3207601">
                <a:off x="4553763" y="3876665"/>
                <a:ext cx="50800" cy="50800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流程圖: 接點 15">
                <a:extLst>
                  <a:ext uri="{FF2B5EF4-FFF2-40B4-BE49-F238E27FC236}">
                    <a16:creationId xmlns:a16="http://schemas.microsoft.com/office/drawing/2014/main" id="{47B6C189-A65C-103D-52A2-8DF296B7D23F}"/>
                  </a:ext>
                </a:extLst>
              </p:cNvPr>
              <p:cNvSpPr/>
              <p:nvPr/>
            </p:nvSpPr>
            <p:spPr>
              <a:xfrm rot="3207601">
                <a:off x="6464604" y="5084432"/>
                <a:ext cx="50800" cy="50800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0139264-027B-A0D0-4EEC-952362B81C64}"/>
              </a:ext>
            </a:extLst>
          </p:cNvPr>
          <p:cNvSpPr txBox="1"/>
          <p:nvPr/>
        </p:nvSpPr>
        <p:spPr>
          <a:xfrm>
            <a:off x="1624706" y="37479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0E6E085-ABBA-9778-AEDF-B944CDC3346B}"/>
              </a:ext>
            </a:extLst>
          </p:cNvPr>
          <p:cNvSpPr txBox="1"/>
          <p:nvPr/>
        </p:nvSpPr>
        <p:spPr>
          <a:xfrm>
            <a:off x="3860618" y="500641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72AE32E-2595-5E11-DF0D-9130EC69F47B}"/>
              </a:ext>
            </a:extLst>
          </p:cNvPr>
          <p:cNvSpPr txBox="1"/>
          <p:nvPr/>
        </p:nvSpPr>
        <p:spPr>
          <a:xfrm>
            <a:off x="3898606" y="388532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b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7D5BD30-B773-636C-A9B7-CC24E1B470E9}"/>
              </a:ext>
            </a:extLst>
          </p:cNvPr>
          <p:cNvSpPr txBox="1"/>
          <p:nvPr/>
        </p:nvSpPr>
        <p:spPr>
          <a:xfrm>
            <a:off x="1337699" y="48886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a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23" name="流程圖: 接點 22">
            <a:extLst>
              <a:ext uri="{FF2B5EF4-FFF2-40B4-BE49-F238E27FC236}">
                <a16:creationId xmlns:a16="http://schemas.microsoft.com/office/drawing/2014/main" id="{50616E6A-7D9E-0080-72FF-F9F79E60B3CF}"/>
              </a:ext>
            </a:extLst>
          </p:cNvPr>
          <p:cNvSpPr/>
          <p:nvPr/>
        </p:nvSpPr>
        <p:spPr>
          <a:xfrm>
            <a:off x="2778156" y="4458630"/>
            <a:ext cx="45720" cy="45720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171AA1D-C471-B674-12FF-F1CC1CAFA6AE}"/>
              </a:ext>
            </a:extLst>
          </p:cNvPr>
          <p:cNvSpPr txBox="1"/>
          <p:nvPr/>
        </p:nvSpPr>
        <p:spPr>
          <a:xfrm>
            <a:off x="2647385" y="41130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6"/>
                </a:solidFill>
              </a:rPr>
              <a:t>O</a:t>
            </a:r>
            <a:endParaRPr lang="zh-TW" altLang="en-US" dirty="0">
              <a:solidFill>
                <a:schemeClr val="accent6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60C4FE1-3D7A-0840-13D9-CD2F3FADF3F5}"/>
              </a:ext>
            </a:extLst>
          </p:cNvPr>
          <p:cNvSpPr txBox="1"/>
          <p:nvPr/>
        </p:nvSpPr>
        <p:spPr>
          <a:xfrm>
            <a:off x="6453018" y="2520031"/>
            <a:ext cx="4622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|ac| &lt; |</a:t>
            </a:r>
            <a:r>
              <a:rPr lang="en-US" altLang="zh-TW" sz="2000" dirty="0" err="1"/>
              <a:t>aO</a:t>
            </a:r>
            <a:r>
              <a:rPr lang="en-US" altLang="zh-TW" sz="2000" dirty="0"/>
              <a:t>| + |</a:t>
            </a:r>
            <a:r>
              <a:rPr lang="en-US" altLang="zh-TW" sz="2000" dirty="0" err="1"/>
              <a:t>oC</a:t>
            </a:r>
            <a:r>
              <a:rPr lang="en-US" altLang="zh-TW" sz="2000" dirty="0"/>
              <a:t>| = ½ + ½ = 1</a:t>
            </a:r>
            <a:r>
              <a:rPr lang="zh-TW" altLang="en-US" sz="2000" dirty="0"/>
              <a:t> </a:t>
            </a:r>
            <a:r>
              <a:rPr lang="en-US" altLang="zh-TW" sz="2000" dirty="0"/>
              <a:t>(</a:t>
            </a:r>
            <a:r>
              <a:rPr lang="zh-TW" altLang="en-US" sz="2000" dirty="0"/>
              <a:t>三角不等式</a:t>
            </a:r>
            <a:r>
              <a:rPr lang="en-US" altLang="zh-TW" sz="2000" dirty="0"/>
              <a:t>)</a:t>
            </a:r>
            <a:endParaRPr lang="zh-TW" altLang="en-US" sz="2000" dirty="0"/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783F1170-18D0-34FB-8719-B3CC10661B56}"/>
              </a:ext>
            </a:extLst>
          </p:cNvPr>
          <p:cNvGrpSpPr/>
          <p:nvPr/>
        </p:nvGrpSpPr>
        <p:grpSpPr>
          <a:xfrm>
            <a:off x="7446678" y="4283303"/>
            <a:ext cx="2158853" cy="866965"/>
            <a:chOff x="1682750" y="4072467"/>
            <a:chExt cx="2158853" cy="866965"/>
          </a:xfrm>
        </p:grpSpPr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EFFADFE4-C74B-DF76-6B37-B249B4D70F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3619" y="4123267"/>
              <a:ext cx="1960181" cy="7653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流程圖: 接點 27">
              <a:extLst>
                <a:ext uri="{FF2B5EF4-FFF2-40B4-BE49-F238E27FC236}">
                  <a16:creationId xmlns:a16="http://schemas.microsoft.com/office/drawing/2014/main" id="{A803CAE4-A701-0856-5473-E509782F8C5D}"/>
                </a:ext>
              </a:extLst>
            </p:cNvPr>
            <p:cNvSpPr/>
            <p:nvPr/>
          </p:nvSpPr>
          <p:spPr>
            <a:xfrm>
              <a:off x="1682750" y="4888632"/>
              <a:ext cx="50800" cy="50800"/>
            </a:xfrm>
            <a:prstGeom prst="flowChartConnector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29" name="流程圖: 接點 28">
              <a:extLst>
                <a:ext uri="{FF2B5EF4-FFF2-40B4-BE49-F238E27FC236}">
                  <a16:creationId xmlns:a16="http://schemas.microsoft.com/office/drawing/2014/main" id="{E7CCA40E-2D29-0005-5A32-1E78ADABB84A}"/>
                </a:ext>
              </a:extLst>
            </p:cNvPr>
            <p:cNvSpPr/>
            <p:nvPr/>
          </p:nvSpPr>
          <p:spPr>
            <a:xfrm>
              <a:off x="3790803" y="4072467"/>
              <a:ext cx="50800" cy="50800"/>
            </a:xfrm>
            <a:prstGeom prst="flowChartConnector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E5E34050-2CA8-689D-063F-BAA9113F5308}"/>
              </a:ext>
            </a:extLst>
          </p:cNvPr>
          <p:cNvGrpSpPr/>
          <p:nvPr/>
        </p:nvGrpSpPr>
        <p:grpSpPr>
          <a:xfrm>
            <a:off x="7691331" y="3775611"/>
            <a:ext cx="1961641" cy="1960181"/>
            <a:chOff x="4553763" y="3519055"/>
            <a:chExt cx="1961641" cy="1960181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A6C7A10E-7ACB-A343-EF79-7A5B31FDECB5}"/>
                </a:ext>
              </a:extLst>
            </p:cNvPr>
            <p:cNvCxnSpPr>
              <a:cxnSpLocks/>
            </p:cNvCxnSpPr>
            <p:nvPr/>
          </p:nvCxnSpPr>
          <p:spPr>
            <a:xfrm rot="3207601" flipV="1">
              <a:off x="4549452" y="4116463"/>
              <a:ext cx="1960181" cy="7653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86DAA5C4-2A15-68BD-1452-F4708E5EFEE9}"/>
                </a:ext>
              </a:extLst>
            </p:cNvPr>
            <p:cNvGrpSpPr/>
            <p:nvPr/>
          </p:nvGrpSpPr>
          <p:grpSpPr>
            <a:xfrm>
              <a:off x="4553763" y="3876665"/>
              <a:ext cx="1961641" cy="1258567"/>
              <a:chOff x="4553763" y="3876665"/>
              <a:chExt cx="1961641" cy="1258567"/>
            </a:xfrm>
          </p:grpSpPr>
          <p:sp>
            <p:nvSpPr>
              <p:cNvPr id="33" name="流程圖: 接點 32">
                <a:extLst>
                  <a:ext uri="{FF2B5EF4-FFF2-40B4-BE49-F238E27FC236}">
                    <a16:creationId xmlns:a16="http://schemas.microsoft.com/office/drawing/2014/main" id="{C3DD892E-DBDD-58BF-981B-C4A0E422FE14}"/>
                  </a:ext>
                </a:extLst>
              </p:cNvPr>
              <p:cNvSpPr/>
              <p:nvPr/>
            </p:nvSpPr>
            <p:spPr>
              <a:xfrm rot="3207601">
                <a:off x="4553763" y="3876665"/>
                <a:ext cx="50800" cy="50800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流程圖: 接點 33">
                <a:extLst>
                  <a:ext uri="{FF2B5EF4-FFF2-40B4-BE49-F238E27FC236}">
                    <a16:creationId xmlns:a16="http://schemas.microsoft.com/office/drawing/2014/main" id="{EE7DBA43-7515-C13B-2342-8E9F5D35FA2F}"/>
                  </a:ext>
                </a:extLst>
              </p:cNvPr>
              <p:cNvSpPr/>
              <p:nvPr/>
            </p:nvSpPr>
            <p:spPr>
              <a:xfrm rot="3207601">
                <a:off x="6464604" y="5084432"/>
                <a:ext cx="50800" cy="50800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0FB988B-C35D-0A5E-846D-9B446EB4F387}"/>
              </a:ext>
            </a:extLst>
          </p:cNvPr>
          <p:cNvSpPr txBox="1"/>
          <p:nvPr/>
        </p:nvSpPr>
        <p:spPr>
          <a:xfrm>
            <a:off x="7388634" y="39587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E58801F-E436-E4EC-0CF0-F35A735889AD}"/>
              </a:ext>
            </a:extLst>
          </p:cNvPr>
          <p:cNvSpPr txBox="1"/>
          <p:nvPr/>
        </p:nvSpPr>
        <p:spPr>
          <a:xfrm>
            <a:off x="9624546" y="521725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FD2BBE4-A7C1-207F-03DE-0836C8026156}"/>
              </a:ext>
            </a:extLst>
          </p:cNvPr>
          <p:cNvSpPr txBox="1"/>
          <p:nvPr/>
        </p:nvSpPr>
        <p:spPr>
          <a:xfrm>
            <a:off x="9662534" y="409616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b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D4779E8E-D1DD-694D-5D13-8546A429E467}"/>
              </a:ext>
            </a:extLst>
          </p:cNvPr>
          <p:cNvSpPr txBox="1"/>
          <p:nvPr/>
        </p:nvSpPr>
        <p:spPr>
          <a:xfrm>
            <a:off x="7101627" y="50994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a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39" name="流程圖: 接點 38">
            <a:extLst>
              <a:ext uri="{FF2B5EF4-FFF2-40B4-BE49-F238E27FC236}">
                <a16:creationId xmlns:a16="http://schemas.microsoft.com/office/drawing/2014/main" id="{D6CEFA2A-C473-866D-7A06-BBC2077C86DB}"/>
              </a:ext>
            </a:extLst>
          </p:cNvPr>
          <p:cNvSpPr/>
          <p:nvPr/>
        </p:nvSpPr>
        <p:spPr>
          <a:xfrm>
            <a:off x="8542084" y="4669466"/>
            <a:ext cx="45720" cy="45720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156DCFE-7D29-FC8D-2305-457C4354A818}"/>
              </a:ext>
            </a:extLst>
          </p:cNvPr>
          <p:cNvSpPr txBox="1"/>
          <p:nvPr/>
        </p:nvSpPr>
        <p:spPr>
          <a:xfrm>
            <a:off x="8411313" y="4323886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6"/>
                </a:solidFill>
              </a:rPr>
              <a:t>O</a:t>
            </a:r>
            <a:endParaRPr lang="zh-TW" altLang="en-US" dirty="0">
              <a:solidFill>
                <a:schemeClr val="accent6"/>
              </a:solidFill>
            </a:endParaRP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55B09AEC-86B4-0B95-9B2A-D7234DC2482B}"/>
              </a:ext>
            </a:extLst>
          </p:cNvPr>
          <p:cNvCxnSpPr>
            <a:cxnSpLocks/>
          </p:cNvCxnSpPr>
          <p:nvPr/>
        </p:nvCxnSpPr>
        <p:spPr>
          <a:xfrm flipH="1">
            <a:off x="7481396" y="4254657"/>
            <a:ext cx="213732" cy="8186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51E4A13E-7437-C60B-1D87-E507181C133F}"/>
              </a:ext>
            </a:extLst>
          </p:cNvPr>
          <p:cNvSpPr txBox="1"/>
          <p:nvPr/>
        </p:nvSpPr>
        <p:spPr>
          <a:xfrm>
            <a:off x="6453018" y="3080530"/>
            <a:ext cx="4622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/>
              <a:t>與任意兩點距離至少為 </a:t>
            </a:r>
            <a:r>
              <a:rPr lang="en-US" altLang="zh-TW" sz="2000" dirty="0"/>
              <a:t>1 </a:t>
            </a:r>
            <a:r>
              <a:rPr lang="zh-TW" altLang="en-US" sz="2000" dirty="0"/>
              <a:t>矛盾，所以 </a:t>
            </a:r>
            <a:r>
              <a:rPr lang="en-US" altLang="zh-TW" sz="2000" dirty="0"/>
              <a:t>G</a:t>
            </a:r>
            <a:r>
              <a:rPr lang="zh-TW" altLang="en-US" sz="2000" dirty="0"/>
              <a:t> 為 </a:t>
            </a:r>
            <a:r>
              <a:rPr lang="en-US" altLang="zh-TW" sz="2000" dirty="0"/>
              <a:t>planar graph (</a:t>
            </a:r>
            <a:r>
              <a:rPr lang="zh-TW" altLang="en-US" sz="2000" dirty="0"/>
              <a:t>不存在兩點相交</a:t>
            </a:r>
            <a:r>
              <a:rPr lang="en-US" altLang="zh-TW" sz="2000" dirty="0"/>
              <a:t>)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8270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0636-A183-65A1-D6C5-5B9CBEF6B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B4C922-090E-68E0-3596-540AB3C8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1.5.9*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0CB19F6-90E8-3198-6686-A4B753C5B21C}"/>
              </a:ext>
            </a:extLst>
          </p:cNvPr>
          <p:cNvSpPr txBox="1"/>
          <p:nvPr/>
        </p:nvSpPr>
        <p:spPr>
          <a:xfrm>
            <a:off x="838200" y="1784816"/>
            <a:ext cx="4868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(2) </a:t>
            </a:r>
            <a:r>
              <a:rPr lang="zh-TW" altLang="en-US" sz="2800" dirty="0"/>
              <a:t>用 </a:t>
            </a:r>
            <a:r>
              <a:rPr lang="en-US" altLang="zh-TW" sz="2800" dirty="0"/>
              <a:t>planar graph </a:t>
            </a:r>
            <a:r>
              <a:rPr lang="zh-TW" altLang="en-US" sz="2800" dirty="0"/>
              <a:t>估計邊數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51BADCF-7D09-0F04-B9D3-B554C3A9888D}"/>
              </a:ext>
            </a:extLst>
          </p:cNvPr>
          <p:cNvSpPr/>
          <p:nvPr/>
        </p:nvSpPr>
        <p:spPr>
          <a:xfrm>
            <a:off x="2002055" y="3572366"/>
            <a:ext cx="924026" cy="19551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CA7D6A6-F333-0295-2454-5CE1205B818E}"/>
              </a:ext>
            </a:extLst>
          </p:cNvPr>
          <p:cNvSpPr/>
          <p:nvPr/>
        </p:nvSpPr>
        <p:spPr>
          <a:xfrm>
            <a:off x="3680058" y="3572366"/>
            <a:ext cx="924026" cy="19551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FC775D3-1660-0F1E-60FB-81E25E362751}"/>
              </a:ext>
            </a:extLst>
          </p:cNvPr>
          <p:cNvSpPr/>
          <p:nvPr/>
        </p:nvSpPr>
        <p:spPr>
          <a:xfrm>
            <a:off x="6663892" y="3572366"/>
            <a:ext cx="924026" cy="19551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99CEC24-BCA9-226E-87EF-A353359938E3}"/>
              </a:ext>
            </a:extLst>
          </p:cNvPr>
          <p:cNvSpPr txBox="1"/>
          <p:nvPr/>
        </p:nvSpPr>
        <p:spPr>
          <a:xfrm>
            <a:off x="2291210" y="5713390"/>
            <a:ext cx="34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544E311-5A4B-EAD2-8C24-87C5E5557A74}"/>
              </a:ext>
            </a:extLst>
          </p:cNvPr>
          <p:cNvSpPr txBox="1"/>
          <p:nvPr/>
        </p:nvSpPr>
        <p:spPr>
          <a:xfrm>
            <a:off x="3969213" y="5713390"/>
            <a:ext cx="34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2</a:t>
            </a:r>
            <a:endParaRPr lang="zh-TW" altLang="en-US" sz="20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D6C00DF-8C5E-05F4-54F8-844A4902CEAA}"/>
              </a:ext>
            </a:extLst>
          </p:cNvPr>
          <p:cNvSpPr txBox="1"/>
          <p:nvPr/>
        </p:nvSpPr>
        <p:spPr>
          <a:xfrm>
            <a:off x="6953047" y="5713390"/>
            <a:ext cx="34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k</a:t>
            </a:r>
            <a:endParaRPr lang="zh-TW" altLang="en-US" sz="20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6CC10D5-4780-A724-37F2-0249DD9167D3}"/>
              </a:ext>
            </a:extLst>
          </p:cNvPr>
          <p:cNvSpPr txBox="1"/>
          <p:nvPr/>
        </p:nvSpPr>
        <p:spPr>
          <a:xfrm>
            <a:off x="5361276" y="4273710"/>
            <a:ext cx="34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…</a:t>
            </a:r>
            <a:endParaRPr lang="zh-TW" altLang="en-US" sz="2000" dirty="0"/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0EEF0040-602A-287E-EF20-9D4960B08B08}"/>
              </a:ext>
            </a:extLst>
          </p:cNvPr>
          <p:cNvCxnSpPr/>
          <p:nvPr/>
        </p:nvCxnSpPr>
        <p:spPr>
          <a:xfrm>
            <a:off x="2540000" y="3877733"/>
            <a:ext cx="15155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8469AE4F-4F90-D275-A86A-83B0FBBFAE75}"/>
              </a:ext>
            </a:extLst>
          </p:cNvPr>
          <p:cNvCxnSpPr/>
          <p:nvPr/>
        </p:nvCxnSpPr>
        <p:spPr>
          <a:xfrm>
            <a:off x="4142070" y="4157133"/>
            <a:ext cx="15155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6143C5E9-02FB-7AF5-785D-C28FE7D76F99}"/>
              </a:ext>
            </a:extLst>
          </p:cNvPr>
          <p:cNvCxnSpPr/>
          <p:nvPr/>
        </p:nvCxnSpPr>
        <p:spPr>
          <a:xfrm>
            <a:off x="5783229" y="5173133"/>
            <a:ext cx="15155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62319BC7-4537-E1AE-1473-485D2A57ABD9}"/>
              </a:ext>
            </a:extLst>
          </p:cNvPr>
          <p:cNvSpPr txBox="1"/>
          <p:nvPr/>
        </p:nvSpPr>
        <p:spPr>
          <a:xfrm>
            <a:off x="1192080" y="2980267"/>
            <a:ext cx="2543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/>
              <a:t>加上 </a:t>
            </a:r>
            <a:r>
              <a:rPr lang="en-US" altLang="zh-TW" sz="2000" dirty="0"/>
              <a:t>k-1 </a:t>
            </a:r>
            <a:r>
              <a:rPr lang="zh-TW" altLang="en-US" sz="2000" dirty="0"/>
              <a:t>條邊使連通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036C2D5E-B876-CA26-1B99-C27C93A91A20}"/>
              </a:ext>
            </a:extLst>
          </p:cNvPr>
          <p:cNvSpPr txBox="1"/>
          <p:nvPr/>
        </p:nvSpPr>
        <p:spPr>
          <a:xfrm>
            <a:off x="1192080" y="2570255"/>
            <a:ext cx="2543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/>
              <a:t>假設不連通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D20D8697-3EA6-2112-0DE1-EFA2C0CA013F}"/>
              </a:ext>
            </a:extLst>
          </p:cNvPr>
          <p:cNvSpPr txBox="1"/>
          <p:nvPr/>
        </p:nvSpPr>
        <p:spPr>
          <a:xfrm>
            <a:off x="3083510" y="3877733"/>
            <a:ext cx="34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D91D6BC-B238-000C-63BB-2A52630916EC}"/>
              </a:ext>
            </a:extLst>
          </p:cNvPr>
          <p:cNvSpPr txBox="1"/>
          <p:nvPr/>
        </p:nvSpPr>
        <p:spPr>
          <a:xfrm>
            <a:off x="4736819" y="4157133"/>
            <a:ext cx="34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2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BE5B7304-F3D6-29F6-4874-83C0CB6AF358}"/>
              </a:ext>
            </a:extLst>
          </p:cNvPr>
          <p:cNvSpPr txBox="1"/>
          <p:nvPr/>
        </p:nvSpPr>
        <p:spPr>
          <a:xfrm>
            <a:off x="6368137" y="5220367"/>
            <a:ext cx="584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K-1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033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C79F-9184-619C-DBD4-A5E50D4F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55A0B1-0CA0-4C4E-5F40-452171FC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</a:t>
            </a:r>
            <a:r>
              <a:rPr lang="zh-TW" altLang="en-US" dirty="0"/>
              <a:t> </a:t>
            </a:r>
            <a:r>
              <a:rPr lang="en-US" altLang="zh-TW" dirty="0"/>
              <a:t>1.6.3</a:t>
            </a:r>
            <a:endParaRPr lang="zh-TW" altLang="en-US" dirty="0"/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91C5503B-8653-08F0-1C05-14C5DE912459}"/>
              </a:ext>
            </a:extLst>
          </p:cNvPr>
          <p:cNvGrpSpPr/>
          <p:nvPr/>
        </p:nvGrpSpPr>
        <p:grpSpPr>
          <a:xfrm>
            <a:off x="2256897" y="3153484"/>
            <a:ext cx="4742165" cy="461630"/>
            <a:chOff x="2589585" y="3374802"/>
            <a:chExt cx="4742165" cy="461630"/>
          </a:xfrm>
        </p:grpSpPr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D24BD3EE-8CAF-1E6E-1CA1-607D1E940476}"/>
                </a:ext>
              </a:extLst>
            </p:cNvPr>
            <p:cNvCxnSpPr>
              <a:cxnSpLocks/>
            </p:cNvCxnSpPr>
            <p:nvPr/>
          </p:nvCxnSpPr>
          <p:spPr>
            <a:xfrm>
              <a:off x="2928028" y="3400202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流程圖: 接點 5">
              <a:extLst>
                <a:ext uri="{FF2B5EF4-FFF2-40B4-BE49-F238E27FC236}">
                  <a16:creationId xmlns:a16="http://schemas.microsoft.com/office/drawing/2014/main" id="{53234CD8-7E4D-BEFF-D6E8-30DC0CD3CBC6}"/>
                </a:ext>
              </a:extLst>
            </p:cNvPr>
            <p:cNvSpPr/>
            <p:nvPr/>
          </p:nvSpPr>
          <p:spPr>
            <a:xfrm>
              <a:off x="2820225" y="3374802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4A6024E3-9607-E70A-05B9-0AD4F5D1D798}"/>
                    </a:ext>
                  </a:extLst>
                </p:cNvPr>
                <p:cNvSpPr txBox="1"/>
                <p:nvPr/>
              </p:nvSpPr>
              <p:spPr>
                <a:xfrm>
                  <a:off x="2589585" y="3457798"/>
                  <a:ext cx="4612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4A6024E3-9607-E70A-05B9-0AD4F5D1D7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9585" y="3457798"/>
                  <a:ext cx="46128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CEC66ECD-ABA1-7203-83D7-E94366634069}"/>
                </a:ext>
              </a:extLst>
            </p:cNvPr>
            <p:cNvSpPr/>
            <p:nvPr/>
          </p:nvSpPr>
          <p:spPr>
            <a:xfrm>
              <a:off x="3633323" y="3384104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13" name="流程圖: 接點 12">
              <a:extLst>
                <a:ext uri="{FF2B5EF4-FFF2-40B4-BE49-F238E27FC236}">
                  <a16:creationId xmlns:a16="http://schemas.microsoft.com/office/drawing/2014/main" id="{61ABF7CA-401B-91F8-51DC-9AE9A38763AB}"/>
                </a:ext>
              </a:extLst>
            </p:cNvPr>
            <p:cNvSpPr/>
            <p:nvPr/>
          </p:nvSpPr>
          <p:spPr>
            <a:xfrm>
              <a:off x="5111628" y="3384104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14" name="流程圖: 接點 13">
              <a:extLst>
                <a:ext uri="{FF2B5EF4-FFF2-40B4-BE49-F238E27FC236}">
                  <a16:creationId xmlns:a16="http://schemas.microsoft.com/office/drawing/2014/main" id="{4FF589F5-191A-624B-6F69-F90D6CD3EB68}"/>
                </a:ext>
              </a:extLst>
            </p:cNvPr>
            <p:cNvSpPr/>
            <p:nvPr/>
          </p:nvSpPr>
          <p:spPr>
            <a:xfrm>
              <a:off x="5219431" y="3381987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15" name="流程圖: 接點 14">
              <a:extLst>
                <a:ext uri="{FF2B5EF4-FFF2-40B4-BE49-F238E27FC236}">
                  <a16:creationId xmlns:a16="http://schemas.microsoft.com/office/drawing/2014/main" id="{0B8B3145-5969-EAD4-2328-F2ADDBE6A0CB}"/>
                </a:ext>
              </a:extLst>
            </p:cNvPr>
            <p:cNvSpPr/>
            <p:nvPr/>
          </p:nvSpPr>
          <p:spPr>
            <a:xfrm>
              <a:off x="5333405" y="3385775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F205E5B2-49AB-FB7B-A693-CAAC71E08AB2}"/>
                </a:ext>
              </a:extLst>
            </p:cNvPr>
            <p:cNvCxnSpPr>
              <a:cxnSpLocks/>
            </p:cNvCxnSpPr>
            <p:nvPr/>
          </p:nvCxnSpPr>
          <p:spPr>
            <a:xfrm>
              <a:off x="6285062" y="3390900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流程圖: 接點 21">
              <a:extLst>
                <a:ext uri="{FF2B5EF4-FFF2-40B4-BE49-F238E27FC236}">
                  <a16:creationId xmlns:a16="http://schemas.microsoft.com/office/drawing/2014/main" id="{9A6922A4-6178-F973-81F0-621B8757338F}"/>
                </a:ext>
              </a:extLst>
            </p:cNvPr>
            <p:cNvSpPr/>
            <p:nvPr/>
          </p:nvSpPr>
          <p:spPr>
            <a:xfrm>
              <a:off x="6990357" y="3374802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03454A18-53D8-A87F-44FA-CA889024E3D2}"/>
                </a:ext>
              </a:extLst>
            </p:cNvPr>
            <p:cNvCxnSpPr>
              <a:cxnSpLocks/>
            </p:cNvCxnSpPr>
            <p:nvPr/>
          </p:nvCxnSpPr>
          <p:spPr>
            <a:xfrm>
              <a:off x="3746482" y="3400202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流程圖: 接點 23">
              <a:extLst>
                <a:ext uri="{FF2B5EF4-FFF2-40B4-BE49-F238E27FC236}">
                  <a16:creationId xmlns:a16="http://schemas.microsoft.com/office/drawing/2014/main" id="{C85D1C47-6100-96BE-6712-67EAA901FF88}"/>
                </a:ext>
              </a:extLst>
            </p:cNvPr>
            <p:cNvSpPr/>
            <p:nvPr/>
          </p:nvSpPr>
          <p:spPr>
            <a:xfrm>
              <a:off x="4451777" y="3384104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B8A121AC-E5F2-2345-6AD9-999EA18749B0}"/>
                    </a:ext>
                  </a:extLst>
                </p:cNvPr>
                <p:cNvSpPr txBox="1"/>
                <p:nvPr/>
              </p:nvSpPr>
              <p:spPr>
                <a:xfrm>
                  <a:off x="3428083" y="3457798"/>
                  <a:ext cx="4559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B8A121AC-E5F2-2345-6AD9-999EA1874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083" y="3457798"/>
                  <a:ext cx="45595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77659868-C63F-7B5D-D0E3-ED555B522041}"/>
                    </a:ext>
                  </a:extLst>
                </p:cNvPr>
                <p:cNvSpPr txBox="1"/>
                <p:nvPr/>
              </p:nvSpPr>
              <p:spPr>
                <a:xfrm>
                  <a:off x="4246537" y="3457798"/>
                  <a:ext cx="4612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77659868-C63F-7B5D-D0E3-ED555B522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537" y="3457798"/>
                  <a:ext cx="46128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F5E578DE-9644-191C-2CBF-EE544F5603FB}"/>
                    </a:ext>
                  </a:extLst>
                </p:cNvPr>
                <p:cNvSpPr txBox="1"/>
                <p:nvPr/>
              </p:nvSpPr>
              <p:spPr>
                <a:xfrm>
                  <a:off x="6810517" y="3467100"/>
                  <a:ext cx="5212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F5E578DE-9644-191C-2CBF-EE544F560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0517" y="3467100"/>
                  <a:ext cx="52123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41C627B-405F-C89E-CFBE-8DC61CA1352D}"/>
                  </a:ext>
                </a:extLst>
              </p:cNvPr>
              <p:cNvSpPr txBox="1"/>
              <p:nvPr/>
            </p:nvSpPr>
            <p:spPr>
              <a:xfrm>
                <a:off x="887875" y="2158762"/>
                <a:ext cx="3293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>
                    <a:solidFill>
                      <a:schemeClr val="tx1"/>
                    </a:solidFill>
                  </a:rPr>
                  <a:t>假設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P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… 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 為最長路徑</a:t>
                </a: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41C627B-405F-C89E-CFBE-8DC61CA13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75" y="2158762"/>
                <a:ext cx="3293081" cy="369332"/>
              </a:xfrm>
              <a:prstGeom prst="rect">
                <a:avLst/>
              </a:prstGeom>
              <a:blipFill>
                <a:blip r:embed="rId6"/>
                <a:stretch>
                  <a:fillRect l="-1667" t="-8197" r="-1111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群組 42">
            <a:extLst>
              <a:ext uri="{FF2B5EF4-FFF2-40B4-BE49-F238E27FC236}">
                <a16:creationId xmlns:a16="http://schemas.microsoft.com/office/drawing/2014/main" id="{48FF00C6-7F3D-397D-3FAB-C5B6A22F09E1}"/>
              </a:ext>
            </a:extLst>
          </p:cNvPr>
          <p:cNvGrpSpPr/>
          <p:nvPr/>
        </p:nvGrpSpPr>
        <p:grpSpPr>
          <a:xfrm>
            <a:off x="2489497" y="5142301"/>
            <a:ext cx="4742165" cy="461630"/>
            <a:chOff x="2741985" y="3527202"/>
            <a:chExt cx="4742165" cy="461630"/>
          </a:xfrm>
        </p:grpSpPr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F9314F26-9F87-DD89-D858-308357EE6709}"/>
                </a:ext>
              </a:extLst>
            </p:cNvPr>
            <p:cNvCxnSpPr>
              <a:cxnSpLocks/>
            </p:cNvCxnSpPr>
            <p:nvPr/>
          </p:nvCxnSpPr>
          <p:spPr>
            <a:xfrm>
              <a:off x="3080428" y="3552602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9135F4DE-01FA-E8FC-5A31-29AD01FCD6B7}"/>
                </a:ext>
              </a:extLst>
            </p:cNvPr>
            <p:cNvSpPr/>
            <p:nvPr/>
          </p:nvSpPr>
          <p:spPr>
            <a:xfrm>
              <a:off x="2972625" y="3527202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50D79676-35D9-DDC1-C154-A73C4F92E2D6}"/>
                    </a:ext>
                  </a:extLst>
                </p:cNvPr>
                <p:cNvSpPr txBox="1"/>
                <p:nvPr/>
              </p:nvSpPr>
              <p:spPr>
                <a:xfrm>
                  <a:off x="2741985" y="3610198"/>
                  <a:ext cx="4612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50D79676-35D9-DDC1-C154-A73C4F92E2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1985" y="3610198"/>
                  <a:ext cx="46128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流程圖: 接點 31">
              <a:extLst>
                <a:ext uri="{FF2B5EF4-FFF2-40B4-BE49-F238E27FC236}">
                  <a16:creationId xmlns:a16="http://schemas.microsoft.com/office/drawing/2014/main" id="{AAEE9F82-9C9F-24EF-FA88-E4ECF59BF3C6}"/>
                </a:ext>
              </a:extLst>
            </p:cNvPr>
            <p:cNvSpPr/>
            <p:nvPr/>
          </p:nvSpPr>
          <p:spPr>
            <a:xfrm>
              <a:off x="3785723" y="3536504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33" name="流程圖: 接點 32">
              <a:extLst>
                <a:ext uri="{FF2B5EF4-FFF2-40B4-BE49-F238E27FC236}">
                  <a16:creationId xmlns:a16="http://schemas.microsoft.com/office/drawing/2014/main" id="{AE23A740-0D82-DC19-9B44-BD999E8BE746}"/>
                </a:ext>
              </a:extLst>
            </p:cNvPr>
            <p:cNvSpPr/>
            <p:nvPr/>
          </p:nvSpPr>
          <p:spPr>
            <a:xfrm>
              <a:off x="5264028" y="3536504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34" name="流程圖: 接點 33">
              <a:extLst>
                <a:ext uri="{FF2B5EF4-FFF2-40B4-BE49-F238E27FC236}">
                  <a16:creationId xmlns:a16="http://schemas.microsoft.com/office/drawing/2014/main" id="{66027504-81A1-5311-416B-547C8E0AC871}"/>
                </a:ext>
              </a:extLst>
            </p:cNvPr>
            <p:cNvSpPr/>
            <p:nvPr/>
          </p:nvSpPr>
          <p:spPr>
            <a:xfrm>
              <a:off x="5371831" y="3534387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35" name="流程圖: 接點 34">
              <a:extLst>
                <a:ext uri="{FF2B5EF4-FFF2-40B4-BE49-F238E27FC236}">
                  <a16:creationId xmlns:a16="http://schemas.microsoft.com/office/drawing/2014/main" id="{6C03B12C-37D8-A0CA-D6AD-5516D2569986}"/>
                </a:ext>
              </a:extLst>
            </p:cNvPr>
            <p:cNvSpPr/>
            <p:nvPr/>
          </p:nvSpPr>
          <p:spPr>
            <a:xfrm>
              <a:off x="5485805" y="3538175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0613F732-FC1D-4B38-DAB8-FE72D004B77C}"/>
                </a:ext>
              </a:extLst>
            </p:cNvPr>
            <p:cNvCxnSpPr>
              <a:cxnSpLocks/>
            </p:cNvCxnSpPr>
            <p:nvPr/>
          </p:nvCxnSpPr>
          <p:spPr>
            <a:xfrm>
              <a:off x="6437462" y="3543300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流程圖: 接點 36">
              <a:extLst>
                <a:ext uri="{FF2B5EF4-FFF2-40B4-BE49-F238E27FC236}">
                  <a16:creationId xmlns:a16="http://schemas.microsoft.com/office/drawing/2014/main" id="{C770F499-676A-6428-E1FF-222FF1F07766}"/>
                </a:ext>
              </a:extLst>
            </p:cNvPr>
            <p:cNvSpPr/>
            <p:nvPr/>
          </p:nvSpPr>
          <p:spPr>
            <a:xfrm>
              <a:off x="7142757" y="3527202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AFE31E6B-A205-971C-66E0-1D2919926BBB}"/>
                </a:ext>
              </a:extLst>
            </p:cNvPr>
            <p:cNvCxnSpPr>
              <a:cxnSpLocks/>
            </p:cNvCxnSpPr>
            <p:nvPr/>
          </p:nvCxnSpPr>
          <p:spPr>
            <a:xfrm>
              <a:off x="3898882" y="3552602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流程圖: 接點 38">
              <a:extLst>
                <a:ext uri="{FF2B5EF4-FFF2-40B4-BE49-F238E27FC236}">
                  <a16:creationId xmlns:a16="http://schemas.microsoft.com/office/drawing/2014/main" id="{CD6619A7-9053-9356-1CB1-543F58158169}"/>
                </a:ext>
              </a:extLst>
            </p:cNvPr>
            <p:cNvSpPr/>
            <p:nvPr/>
          </p:nvSpPr>
          <p:spPr>
            <a:xfrm>
              <a:off x="4604177" y="3536504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DD0E0F4B-EEA4-B4A8-3417-1022C3A85FFD}"/>
                    </a:ext>
                  </a:extLst>
                </p:cNvPr>
                <p:cNvSpPr txBox="1"/>
                <p:nvPr/>
              </p:nvSpPr>
              <p:spPr>
                <a:xfrm>
                  <a:off x="3580483" y="3610198"/>
                  <a:ext cx="4559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DD0E0F4B-EEA4-B4A8-3417-1022C3A85F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483" y="3610198"/>
                  <a:ext cx="45595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E293A0C4-5CB3-399B-C737-045136459E69}"/>
                    </a:ext>
                  </a:extLst>
                </p:cNvPr>
                <p:cNvSpPr txBox="1"/>
                <p:nvPr/>
              </p:nvSpPr>
              <p:spPr>
                <a:xfrm>
                  <a:off x="4398937" y="3610198"/>
                  <a:ext cx="4612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E293A0C4-5CB3-399B-C737-045136459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8937" y="3610198"/>
                  <a:ext cx="46128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6DA954C5-15CB-6FE8-34F0-6D9C81CB0638}"/>
                    </a:ext>
                  </a:extLst>
                </p:cNvPr>
                <p:cNvSpPr txBox="1"/>
                <p:nvPr/>
              </p:nvSpPr>
              <p:spPr>
                <a:xfrm>
                  <a:off x="6962917" y="3619500"/>
                  <a:ext cx="5212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6DA954C5-15CB-6FE8-34F0-6D9C81CB0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917" y="3619500"/>
                  <a:ext cx="52123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736F4B8C-52D0-6E54-EC49-2ACC26EED6A1}"/>
                  </a:ext>
                </a:extLst>
              </p:cNvPr>
              <p:cNvSpPr txBox="1"/>
              <p:nvPr/>
            </p:nvSpPr>
            <p:spPr>
              <a:xfrm>
                <a:off x="892807" y="4157195"/>
                <a:ext cx="53504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增加 </a:t>
                </a:r>
                <a:r>
                  <a:rPr lang="en-US" altLang="zh-TW" dirty="0"/>
                  <a:t>u </a:t>
                </a:r>
                <a:r>
                  <a:rPr lang="zh-TW" altLang="en-US" dirty="0"/>
                  <a:t>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鄰點，存在更長路徑，則與假設矛盾</a:t>
                </a: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736F4B8C-52D0-6E54-EC49-2ACC26EED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07" y="4157195"/>
                <a:ext cx="5350439" cy="369332"/>
              </a:xfrm>
              <a:prstGeom prst="rect">
                <a:avLst/>
              </a:prstGeom>
              <a:blipFill>
                <a:blip r:embed="rId11"/>
                <a:stretch>
                  <a:fillRect l="-911" t="-9836" r="-342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C3FBA652-BF5F-868B-A990-5B9A12313C09}"/>
              </a:ext>
            </a:extLst>
          </p:cNvPr>
          <p:cNvCxnSpPr>
            <a:cxnSpLocks/>
          </p:cNvCxnSpPr>
          <p:nvPr/>
        </p:nvCxnSpPr>
        <p:spPr>
          <a:xfrm>
            <a:off x="1960957" y="5174886"/>
            <a:ext cx="6482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流程圖: 接點 46">
            <a:extLst>
              <a:ext uri="{FF2B5EF4-FFF2-40B4-BE49-F238E27FC236}">
                <a16:creationId xmlns:a16="http://schemas.microsoft.com/office/drawing/2014/main" id="{276A02CD-0C3C-DBEA-0665-F9A79EDC9ACE}"/>
              </a:ext>
            </a:extLst>
          </p:cNvPr>
          <p:cNvSpPr/>
          <p:nvPr/>
        </p:nvSpPr>
        <p:spPr>
          <a:xfrm>
            <a:off x="1853154" y="5149486"/>
            <a:ext cx="50800" cy="508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>
              <a:solidFill>
                <a:srgbClr val="FF0000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4A70BCE-4BD4-72EC-CF3F-55B74F2337EA}"/>
              </a:ext>
            </a:extLst>
          </p:cNvPr>
          <p:cNvSpPr txBox="1"/>
          <p:nvPr/>
        </p:nvSpPr>
        <p:spPr>
          <a:xfrm>
            <a:off x="1697098" y="523459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u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924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32C3D-21AE-ECAE-367A-FC4D2E24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A3CFB-39E0-13D0-041E-EFFC4E85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1.6.5</a:t>
            </a:r>
            <a:endParaRPr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35DB5614-11A8-06AB-7215-4B75479514EB}"/>
              </a:ext>
            </a:extLst>
          </p:cNvPr>
          <p:cNvSpPr/>
          <p:nvPr/>
        </p:nvSpPr>
        <p:spPr>
          <a:xfrm>
            <a:off x="8593336" y="3417783"/>
            <a:ext cx="924026" cy="19551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45462CC2-CE40-7ABF-EC40-93745F109E29}"/>
              </a:ext>
            </a:extLst>
          </p:cNvPr>
          <p:cNvSpPr/>
          <p:nvPr/>
        </p:nvSpPr>
        <p:spPr>
          <a:xfrm>
            <a:off x="10271339" y="3417783"/>
            <a:ext cx="924026" cy="19551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2AB4086-73AE-FEBB-1C30-70FA21800443}"/>
              </a:ext>
            </a:extLst>
          </p:cNvPr>
          <p:cNvSpPr txBox="1"/>
          <p:nvPr/>
        </p:nvSpPr>
        <p:spPr>
          <a:xfrm>
            <a:off x="8882491" y="5558807"/>
            <a:ext cx="34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X</a:t>
            </a:r>
            <a:endParaRPr lang="zh-TW" altLang="en-US" sz="2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D228EBB-069B-8755-D2CE-6F5C5CB7D0D3}"/>
              </a:ext>
            </a:extLst>
          </p:cNvPr>
          <p:cNvSpPr txBox="1"/>
          <p:nvPr/>
        </p:nvSpPr>
        <p:spPr>
          <a:xfrm>
            <a:off x="10560494" y="5558807"/>
            <a:ext cx="34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Y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88F22EA-F753-80B1-497B-935A2F28868E}"/>
                  </a:ext>
                </a:extLst>
              </p:cNvPr>
              <p:cNvSpPr txBox="1"/>
              <p:nvPr/>
            </p:nvSpPr>
            <p:spPr>
              <a:xfrm>
                <a:off x="9344503" y="2862625"/>
                <a:ext cx="12159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G</a:t>
                </a:r>
                <a:r>
                  <a:rPr lang="en-US" altLang="zh-TW" sz="1800" dirty="0"/>
                  <a:t> = X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TW" sz="1800" dirty="0"/>
                  <a:t>Y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88F22EA-F753-80B1-497B-935A2F288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503" y="2862625"/>
                <a:ext cx="1215991" cy="369332"/>
              </a:xfrm>
              <a:prstGeom prst="rect">
                <a:avLst/>
              </a:prstGeom>
              <a:blipFill>
                <a:blip r:embed="rId2"/>
                <a:stretch>
                  <a:fillRect l="-4523" t="-8333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B9A6ECFB-FF88-A89D-9587-A5C147BAF05E}"/>
              </a:ext>
            </a:extLst>
          </p:cNvPr>
          <p:cNvSpPr txBox="1"/>
          <p:nvPr/>
        </p:nvSpPr>
        <p:spPr>
          <a:xfrm>
            <a:off x="838200" y="1729208"/>
            <a:ext cx="3889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 </a:t>
            </a:r>
            <a:r>
              <a:rPr lang="en-US" altLang="zh-TW" dirty="0"/>
              <a:t>G </a:t>
            </a:r>
            <a:r>
              <a:rPr lang="zh-TW" altLang="en-US" dirty="0"/>
              <a:t>不連通，則至少有 </a:t>
            </a:r>
            <a:r>
              <a:rPr lang="en-US" altLang="zh-TW" dirty="0"/>
              <a:t>2 </a:t>
            </a:r>
            <a:r>
              <a:rPr lang="zh-TW" altLang="en-US" dirty="0"/>
              <a:t>個連通</a:t>
            </a:r>
            <a:r>
              <a:rPr lang="zh-TW" altLang="en-US" dirty="0">
                <a:solidFill>
                  <a:srgbClr val="FF0000"/>
                </a:solidFill>
              </a:rPr>
              <a:t>分支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5901BF7-0BFB-89DB-3E7C-71ABA5E14EC8}"/>
                  </a:ext>
                </a:extLst>
              </p:cNvPr>
              <p:cNvSpPr txBox="1"/>
              <p:nvPr/>
            </p:nvSpPr>
            <p:spPr>
              <a:xfrm>
                <a:off x="838200" y="2178312"/>
                <a:ext cx="7755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設其中一個分支</a:t>
                </a:r>
                <a:r>
                  <a:rPr lang="en-US" altLang="zh-TW" dirty="0"/>
                  <a:t>(X)</a:t>
                </a:r>
                <a:r>
                  <a:rPr lang="zh-TW" altLang="en-US" dirty="0"/>
                  <a:t>有 </a:t>
                </a:r>
                <a:r>
                  <a:rPr lang="en-US" altLang="zh-TW" dirty="0"/>
                  <a:t>a </a:t>
                </a:r>
                <a:r>
                  <a:rPr lang="zh-TW" altLang="en-US" dirty="0"/>
                  <a:t>個頂點，另一部分</a:t>
                </a:r>
                <a:r>
                  <a:rPr lang="en-US" altLang="zh-TW" dirty="0"/>
                  <a:t>(Y)</a:t>
                </a:r>
                <a:r>
                  <a:rPr lang="zh-TW" altLang="en-US" dirty="0"/>
                  <a:t>有 </a:t>
                </a:r>
                <a:r>
                  <a:rPr lang="en-US" altLang="zh-TW" dirty="0"/>
                  <a:t>v-a </a:t>
                </a:r>
                <a:r>
                  <a:rPr lang="zh-TW" altLang="en-US" dirty="0"/>
                  <a:t>個頂點，其中 </a:t>
                </a:r>
                <a:r>
                  <a:rPr lang="en-US" altLang="zh-TW" dirty="0"/>
                  <a:t>1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a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/>
                  <a:t> v-1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5901BF7-0BFB-89DB-3E7C-71ABA5E14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78312"/>
                <a:ext cx="7755136" cy="369332"/>
              </a:xfrm>
              <a:prstGeom prst="rect">
                <a:avLst/>
              </a:prstGeom>
              <a:blipFill>
                <a:blip r:embed="rId3"/>
                <a:stretch>
                  <a:fillRect l="-708" t="-819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1D7A95-BB57-A900-585F-3D72F0757F25}"/>
              </a:ext>
            </a:extLst>
          </p:cNvPr>
          <p:cNvSpPr txBox="1"/>
          <p:nvPr/>
        </p:nvSpPr>
        <p:spPr>
          <a:xfrm>
            <a:off x="8593336" y="4210716"/>
            <a:ext cx="1111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size = 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2AD9C1E-6A9F-9850-23C9-9D03F938DFD3}"/>
              </a:ext>
            </a:extLst>
          </p:cNvPr>
          <p:cNvSpPr txBox="1"/>
          <p:nvPr/>
        </p:nvSpPr>
        <p:spPr>
          <a:xfrm>
            <a:off x="10177482" y="4210716"/>
            <a:ext cx="1111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size = v-a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48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2036D-2F2E-9035-BDBB-300C47C3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FDB97-1D1A-D459-EA1A-34D90709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</a:t>
            </a:r>
            <a:r>
              <a:rPr lang="zh-TW" altLang="en-US" dirty="0"/>
              <a:t> </a:t>
            </a:r>
            <a:r>
              <a:rPr lang="en-US" altLang="zh-TW" dirty="0"/>
              <a:t>1.6.9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254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4973-D2E5-75D5-34A0-3AA7E268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5447B-B41C-CC37-AFE3-0283C39C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1.6.10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9B2659A-5B06-0F12-8426-DB097260BB4B}"/>
              </a:ext>
            </a:extLst>
          </p:cNvPr>
          <p:cNvSpPr txBox="1"/>
          <p:nvPr/>
        </p:nvSpPr>
        <p:spPr>
          <a:xfrm>
            <a:off x="838200" y="1729208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 </a:t>
            </a:r>
            <a:r>
              <a:rPr lang="en-US" altLang="zh-TW" dirty="0"/>
              <a:t>P</a:t>
            </a:r>
            <a:r>
              <a:rPr lang="zh-TW" altLang="en-US" dirty="0"/>
              <a:t>、</a:t>
            </a:r>
            <a:r>
              <a:rPr lang="en-US" altLang="zh-TW" dirty="0"/>
              <a:t>Q </a:t>
            </a:r>
            <a:r>
              <a:rPr lang="zh-TW" altLang="en-US" dirty="0"/>
              <a:t>為 </a:t>
            </a:r>
            <a:r>
              <a:rPr lang="en-US" altLang="zh-TW" dirty="0"/>
              <a:t>G</a:t>
            </a:r>
            <a:r>
              <a:rPr lang="zh-TW" altLang="en-US" dirty="0"/>
              <a:t> 的最長路徑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F72916E6-C892-4867-46C6-6F82789859F2}"/>
              </a:ext>
            </a:extLst>
          </p:cNvPr>
          <p:cNvGrpSpPr/>
          <p:nvPr/>
        </p:nvGrpSpPr>
        <p:grpSpPr>
          <a:xfrm>
            <a:off x="3520345" y="4127913"/>
            <a:ext cx="5006728" cy="2096596"/>
            <a:chOff x="2354655" y="3925783"/>
            <a:chExt cx="5006728" cy="2096596"/>
          </a:xfrm>
        </p:grpSpPr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02D1239C-CF5A-C173-7104-338749B1A1B3}"/>
                </a:ext>
              </a:extLst>
            </p:cNvPr>
            <p:cNvSpPr txBox="1"/>
            <p:nvPr/>
          </p:nvSpPr>
          <p:spPr>
            <a:xfrm>
              <a:off x="2439504" y="3925783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P</a:t>
              </a:r>
              <a:endParaRPr lang="zh-TW" altLang="en-US" sz="2400" dirty="0"/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202B8BC6-2D64-A2D7-7F13-1729A0A8693A}"/>
                </a:ext>
              </a:extLst>
            </p:cNvPr>
            <p:cNvGrpSpPr/>
            <p:nvPr/>
          </p:nvGrpSpPr>
          <p:grpSpPr>
            <a:xfrm>
              <a:off x="2354655" y="4124031"/>
              <a:ext cx="5006728" cy="1898348"/>
              <a:chOff x="1854141" y="3305884"/>
              <a:chExt cx="5006728" cy="189834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D00EC86-477B-EF87-F454-C311D34E795C}"/>
                  </a:ext>
                </a:extLst>
              </p:cNvPr>
              <p:cNvGrpSpPr/>
              <p:nvPr/>
            </p:nvGrpSpPr>
            <p:grpSpPr>
              <a:xfrm>
                <a:off x="2409297" y="4751904"/>
                <a:ext cx="4451572" cy="452328"/>
                <a:chOff x="2589585" y="3374802"/>
                <a:chExt cx="4451572" cy="452328"/>
              </a:xfrm>
            </p:grpSpPr>
            <p:cxnSp>
              <p:nvCxnSpPr>
                <p:cNvPr id="5" name="直線接點 4">
                  <a:extLst>
                    <a:ext uri="{FF2B5EF4-FFF2-40B4-BE49-F238E27FC236}">
                      <a16:creationId xmlns:a16="http://schemas.microsoft.com/office/drawing/2014/main" id="{A98BAECA-FB6B-9CB4-54FA-D0D18631AC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8028" y="3400202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流程圖: 接點 5">
                  <a:extLst>
                    <a:ext uri="{FF2B5EF4-FFF2-40B4-BE49-F238E27FC236}">
                      <a16:creationId xmlns:a16="http://schemas.microsoft.com/office/drawing/2014/main" id="{0B68387D-1AB1-FD84-B280-30FD6D0E4787}"/>
                    </a:ext>
                  </a:extLst>
                </p:cNvPr>
                <p:cNvSpPr/>
                <p:nvPr/>
              </p:nvSpPr>
              <p:spPr>
                <a:xfrm>
                  <a:off x="2820225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0450FC14-A101-6B8B-54EB-D3D7DE9523D9}"/>
                    </a:ext>
                  </a:extLst>
                </p:cNvPr>
                <p:cNvSpPr txBox="1"/>
                <p:nvPr/>
              </p:nvSpPr>
              <p:spPr>
                <a:xfrm>
                  <a:off x="2589585" y="3457798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TW" altLang="en-US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8" name="流程圖: 接點 7">
                  <a:extLst>
                    <a:ext uri="{FF2B5EF4-FFF2-40B4-BE49-F238E27FC236}">
                      <a16:creationId xmlns:a16="http://schemas.microsoft.com/office/drawing/2014/main" id="{1CBE3A20-B918-4A60-F0CC-0477F1E19FDE}"/>
                    </a:ext>
                  </a:extLst>
                </p:cNvPr>
                <p:cNvSpPr/>
                <p:nvPr/>
              </p:nvSpPr>
              <p:spPr>
                <a:xfrm>
                  <a:off x="3633323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9" name="流程圖: 接點 8">
                  <a:extLst>
                    <a:ext uri="{FF2B5EF4-FFF2-40B4-BE49-F238E27FC236}">
                      <a16:creationId xmlns:a16="http://schemas.microsoft.com/office/drawing/2014/main" id="{B1063699-DFF2-55AB-D9AC-CAAA759FFD00}"/>
                    </a:ext>
                  </a:extLst>
                </p:cNvPr>
                <p:cNvSpPr/>
                <p:nvPr/>
              </p:nvSpPr>
              <p:spPr>
                <a:xfrm>
                  <a:off x="5111628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10" name="流程圖: 接點 9">
                  <a:extLst>
                    <a:ext uri="{FF2B5EF4-FFF2-40B4-BE49-F238E27FC236}">
                      <a16:creationId xmlns:a16="http://schemas.microsoft.com/office/drawing/2014/main" id="{3A91B732-B004-9FCF-E719-BB320DB3451E}"/>
                    </a:ext>
                  </a:extLst>
                </p:cNvPr>
                <p:cNvSpPr/>
                <p:nvPr/>
              </p:nvSpPr>
              <p:spPr>
                <a:xfrm>
                  <a:off x="5219431" y="3381987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11" name="流程圖: 接點 10">
                  <a:extLst>
                    <a:ext uri="{FF2B5EF4-FFF2-40B4-BE49-F238E27FC236}">
                      <a16:creationId xmlns:a16="http://schemas.microsoft.com/office/drawing/2014/main" id="{5B1F50AA-8245-61DD-80BB-4ADC19D41604}"/>
                    </a:ext>
                  </a:extLst>
                </p:cNvPr>
                <p:cNvSpPr/>
                <p:nvPr/>
              </p:nvSpPr>
              <p:spPr>
                <a:xfrm>
                  <a:off x="6207583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cxnSp>
              <p:nvCxnSpPr>
                <p:cNvPr id="12" name="直線接點 11">
                  <a:extLst>
                    <a:ext uri="{FF2B5EF4-FFF2-40B4-BE49-F238E27FC236}">
                      <a16:creationId xmlns:a16="http://schemas.microsoft.com/office/drawing/2014/main" id="{78286672-C09B-843C-D61C-CE83AF9C47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5062" y="3390900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流程圖: 接點 12">
                  <a:extLst>
                    <a:ext uri="{FF2B5EF4-FFF2-40B4-BE49-F238E27FC236}">
                      <a16:creationId xmlns:a16="http://schemas.microsoft.com/office/drawing/2014/main" id="{FD7D5B5A-34F6-2024-2E54-57EA486BC235}"/>
                    </a:ext>
                  </a:extLst>
                </p:cNvPr>
                <p:cNvSpPr/>
                <p:nvPr/>
              </p:nvSpPr>
              <p:spPr>
                <a:xfrm>
                  <a:off x="6990357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cxnSp>
              <p:nvCxnSpPr>
                <p:cNvPr id="14" name="直線接點 13">
                  <a:extLst>
                    <a:ext uri="{FF2B5EF4-FFF2-40B4-BE49-F238E27FC236}">
                      <a16:creationId xmlns:a16="http://schemas.microsoft.com/office/drawing/2014/main" id="{1FA432D2-D251-2D88-815D-38338A668F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6482" y="3400202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流程圖: 接點 14">
                  <a:extLst>
                    <a:ext uri="{FF2B5EF4-FFF2-40B4-BE49-F238E27FC236}">
                      <a16:creationId xmlns:a16="http://schemas.microsoft.com/office/drawing/2014/main" id="{E3ADC072-90E8-FACB-B80C-DEBC8AC292A5}"/>
                    </a:ext>
                  </a:extLst>
                </p:cNvPr>
                <p:cNvSpPr/>
                <p:nvPr/>
              </p:nvSpPr>
              <p:spPr>
                <a:xfrm>
                  <a:off x="5003825" y="3381987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</p:grp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133B7CC-0D82-1C16-BBE8-79FB7087723B}"/>
                  </a:ext>
                </a:extLst>
              </p:cNvPr>
              <p:cNvSpPr txBox="1"/>
              <p:nvPr/>
            </p:nvSpPr>
            <p:spPr>
              <a:xfrm>
                <a:off x="1854141" y="4528256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Q</a:t>
                </a:r>
                <a:endParaRPr lang="zh-TW" altLang="en-US" sz="2400" dirty="0"/>
              </a:p>
            </p:txBody>
          </p:sp>
          <p:grpSp>
            <p:nvGrpSpPr>
              <p:cNvPr id="20" name="群組 19">
                <a:extLst>
                  <a:ext uri="{FF2B5EF4-FFF2-40B4-BE49-F238E27FC236}">
                    <a16:creationId xmlns:a16="http://schemas.microsoft.com/office/drawing/2014/main" id="{A73B859F-7F36-7319-71ED-1CBEE9424D37}"/>
                  </a:ext>
                </a:extLst>
              </p:cNvPr>
              <p:cNvGrpSpPr/>
              <p:nvPr/>
            </p:nvGrpSpPr>
            <p:grpSpPr>
              <a:xfrm>
                <a:off x="2639937" y="3305884"/>
                <a:ext cx="4220932" cy="1369821"/>
                <a:chOff x="2820225" y="3374802"/>
                <a:chExt cx="4220932" cy="1369821"/>
              </a:xfrm>
            </p:grpSpPr>
            <p:cxnSp>
              <p:nvCxnSpPr>
                <p:cNvPr id="21" name="直線接點 20">
                  <a:extLst>
                    <a:ext uri="{FF2B5EF4-FFF2-40B4-BE49-F238E27FC236}">
                      <a16:creationId xmlns:a16="http://schemas.microsoft.com/office/drawing/2014/main" id="{D038F7D7-6324-B626-262F-89E9AE3721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8028" y="3400202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流程圖: 接點 21">
                  <a:extLst>
                    <a:ext uri="{FF2B5EF4-FFF2-40B4-BE49-F238E27FC236}">
                      <a16:creationId xmlns:a16="http://schemas.microsoft.com/office/drawing/2014/main" id="{3DAC3848-BACB-7258-E069-78AB43B9488D}"/>
                    </a:ext>
                  </a:extLst>
                </p:cNvPr>
                <p:cNvSpPr/>
                <p:nvPr/>
              </p:nvSpPr>
              <p:spPr>
                <a:xfrm>
                  <a:off x="2820225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5B0E652F-B8E1-0920-9C75-29150DFF5585}"/>
                    </a:ext>
                  </a:extLst>
                </p:cNvPr>
                <p:cNvSpPr txBox="1"/>
                <p:nvPr/>
              </p:nvSpPr>
              <p:spPr>
                <a:xfrm>
                  <a:off x="4320724" y="3497918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u</a:t>
                  </a:r>
                  <a:endParaRPr lang="zh-TW" altLang="en-US" dirty="0"/>
                </a:p>
              </p:txBody>
            </p:sp>
            <p:sp>
              <p:nvSpPr>
                <p:cNvPr id="24" name="流程圖: 接點 23">
                  <a:extLst>
                    <a:ext uri="{FF2B5EF4-FFF2-40B4-BE49-F238E27FC236}">
                      <a16:creationId xmlns:a16="http://schemas.microsoft.com/office/drawing/2014/main" id="{D61EA49E-705E-4930-F3A3-21A8CEB2BDF4}"/>
                    </a:ext>
                  </a:extLst>
                </p:cNvPr>
                <p:cNvSpPr/>
                <p:nvPr/>
              </p:nvSpPr>
              <p:spPr>
                <a:xfrm>
                  <a:off x="3633323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25" name="流程圖: 接點 24">
                  <a:extLst>
                    <a:ext uri="{FF2B5EF4-FFF2-40B4-BE49-F238E27FC236}">
                      <a16:creationId xmlns:a16="http://schemas.microsoft.com/office/drawing/2014/main" id="{02F9AB39-7F1A-DF68-74DC-5F3017FE6F4E}"/>
                    </a:ext>
                  </a:extLst>
                </p:cNvPr>
                <p:cNvSpPr/>
                <p:nvPr/>
              </p:nvSpPr>
              <p:spPr>
                <a:xfrm>
                  <a:off x="5111628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26" name="流程圖: 接點 25">
                  <a:extLst>
                    <a:ext uri="{FF2B5EF4-FFF2-40B4-BE49-F238E27FC236}">
                      <a16:creationId xmlns:a16="http://schemas.microsoft.com/office/drawing/2014/main" id="{2619AA01-FD1D-7027-F9FC-B092C55DFA66}"/>
                    </a:ext>
                  </a:extLst>
                </p:cNvPr>
                <p:cNvSpPr/>
                <p:nvPr/>
              </p:nvSpPr>
              <p:spPr>
                <a:xfrm>
                  <a:off x="5219431" y="3381987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27" name="流程圖: 接點 26">
                  <a:extLst>
                    <a:ext uri="{FF2B5EF4-FFF2-40B4-BE49-F238E27FC236}">
                      <a16:creationId xmlns:a16="http://schemas.microsoft.com/office/drawing/2014/main" id="{8960F1D9-F3CE-A19A-4B76-FE90A8C847D9}"/>
                    </a:ext>
                  </a:extLst>
                </p:cNvPr>
                <p:cNvSpPr/>
                <p:nvPr/>
              </p:nvSpPr>
              <p:spPr>
                <a:xfrm>
                  <a:off x="5333405" y="3385775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cxnSp>
              <p:nvCxnSpPr>
                <p:cNvPr id="28" name="直線接點 27">
                  <a:extLst>
                    <a:ext uri="{FF2B5EF4-FFF2-40B4-BE49-F238E27FC236}">
                      <a16:creationId xmlns:a16="http://schemas.microsoft.com/office/drawing/2014/main" id="{5702F0F9-ED0F-F317-A503-6161BF4BF4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5062" y="3390900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流程圖: 接點 28">
                  <a:extLst>
                    <a:ext uri="{FF2B5EF4-FFF2-40B4-BE49-F238E27FC236}">
                      <a16:creationId xmlns:a16="http://schemas.microsoft.com/office/drawing/2014/main" id="{76C80E56-F14A-BFCE-16B2-F221DE4A9E52}"/>
                    </a:ext>
                  </a:extLst>
                </p:cNvPr>
                <p:cNvSpPr/>
                <p:nvPr/>
              </p:nvSpPr>
              <p:spPr>
                <a:xfrm>
                  <a:off x="6990357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cxnSp>
              <p:nvCxnSpPr>
                <p:cNvPr id="30" name="直線接點 29">
                  <a:extLst>
                    <a:ext uri="{FF2B5EF4-FFF2-40B4-BE49-F238E27FC236}">
                      <a16:creationId xmlns:a16="http://schemas.microsoft.com/office/drawing/2014/main" id="{D8CBDFCA-78AD-8763-66EE-192A7AA98D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6482" y="3400202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流程圖: 接點 30">
                  <a:extLst>
                    <a:ext uri="{FF2B5EF4-FFF2-40B4-BE49-F238E27FC236}">
                      <a16:creationId xmlns:a16="http://schemas.microsoft.com/office/drawing/2014/main" id="{1FE0E9F7-2411-2BEF-6848-82DB7793CB20}"/>
                    </a:ext>
                  </a:extLst>
                </p:cNvPr>
                <p:cNvSpPr/>
                <p:nvPr/>
              </p:nvSpPr>
              <p:spPr>
                <a:xfrm>
                  <a:off x="4451777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文字方塊 31">
                      <a:extLst>
                        <a:ext uri="{FF2B5EF4-FFF2-40B4-BE49-F238E27FC236}">
                          <a16:creationId xmlns:a16="http://schemas.microsoft.com/office/drawing/2014/main" id="{62685F23-3B6B-C500-6913-739D7D8DCE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26123" y="4375291"/>
                      <a:ext cx="36292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2" name="文字方塊 31">
                      <a:extLst>
                        <a:ext uri="{FF2B5EF4-FFF2-40B4-BE49-F238E27FC236}">
                          <a16:creationId xmlns:a16="http://schemas.microsoft.com/office/drawing/2014/main" id="{62685F23-3B6B-C500-6913-739D7D8DCE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26123" y="4375291"/>
                      <a:ext cx="362920" cy="36933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5690F87C-ED34-8180-B296-80FD36C890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517" y="3363869"/>
                <a:ext cx="670490" cy="59027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2648BA14-2E60-F01B-AB45-977E9FE772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1292" y="4036079"/>
                <a:ext cx="869458" cy="71582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流程圖: 接點 37">
                <a:extLst>
                  <a:ext uri="{FF2B5EF4-FFF2-40B4-BE49-F238E27FC236}">
                    <a16:creationId xmlns:a16="http://schemas.microsoft.com/office/drawing/2014/main" id="{5010BBB0-3902-036A-BCA9-9FDCD9B07CDD}"/>
                  </a:ext>
                </a:extLst>
              </p:cNvPr>
              <p:cNvSpPr/>
              <p:nvPr/>
            </p:nvSpPr>
            <p:spPr>
              <a:xfrm>
                <a:off x="5044853" y="3974291"/>
                <a:ext cx="50800" cy="50800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C62E3A4-E2B8-89E5-32BF-B434CEE4DE95}"/>
                  </a:ext>
                </a:extLst>
              </p:cNvPr>
              <p:cNvSpPr txBox="1"/>
              <p:nvPr/>
            </p:nvSpPr>
            <p:spPr>
              <a:xfrm>
                <a:off x="5407461" y="365900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rgbClr val="FF0000"/>
                    </a:solidFill>
                  </a:rPr>
                  <a:t>R</a:t>
                </a:r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1A91D29-0CA6-8173-342F-F52A29DE6C55}"/>
              </a:ext>
            </a:extLst>
          </p:cNvPr>
          <p:cNvSpPr txBox="1"/>
          <p:nvPr/>
        </p:nvSpPr>
        <p:spPr>
          <a:xfrm>
            <a:off x="838200" y="2190512"/>
            <a:ext cx="35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 </a:t>
            </a:r>
            <a:r>
              <a:rPr lang="en-US" altLang="zh-TW" dirty="0"/>
              <a:t>P</a:t>
            </a:r>
            <a:r>
              <a:rPr lang="zh-TW" altLang="en-US" dirty="0"/>
              <a:t>、</a:t>
            </a:r>
            <a:r>
              <a:rPr lang="en-US" altLang="zh-TW" dirty="0"/>
              <a:t>Q</a:t>
            </a:r>
            <a:r>
              <a:rPr lang="zh-TW" altLang="en-US" dirty="0"/>
              <a:t> 不相交 </a:t>
            </a:r>
            <a:r>
              <a:rPr lang="en-US" altLang="zh-TW" dirty="0"/>
              <a:t>(by contradiction)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D6A96078-C054-95A5-4398-8358E84F44DC}"/>
              </a:ext>
            </a:extLst>
          </p:cNvPr>
          <p:cNvSpPr txBox="1"/>
          <p:nvPr/>
        </p:nvSpPr>
        <p:spPr>
          <a:xfrm>
            <a:off x="834699" y="2647823"/>
            <a:ext cx="726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因為 </a:t>
            </a:r>
            <a:r>
              <a:rPr lang="en-US" altLang="zh-TW" dirty="0">
                <a:solidFill>
                  <a:srgbClr val="FF0000"/>
                </a:solidFill>
              </a:rPr>
              <a:t>G</a:t>
            </a:r>
            <a:r>
              <a:rPr lang="zh-TW" altLang="en-US" dirty="0">
                <a:solidFill>
                  <a:srgbClr val="FF0000"/>
                </a:solidFill>
              </a:rPr>
              <a:t> 為 </a:t>
            </a:r>
            <a:r>
              <a:rPr lang="en-US" altLang="zh-TW" dirty="0">
                <a:solidFill>
                  <a:srgbClr val="FF0000"/>
                </a:solidFill>
              </a:rPr>
              <a:t>connected</a:t>
            </a:r>
            <a:r>
              <a:rPr lang="zh-TW" altLang="en-US" dirty="0">
                <a:solidFill>
                  <a:srgbClr val="FF0000"/>
                </a:solidFill>
              </a:rPr>
              <a:t>，所以在 </a:t>
            </a:r>
            <a:r>
              <a:rPr lang="en-US" altLang="zh-TW" dirty="0">
                <a:solidFill>
                  <a:srgbClr val="FF0000"/>
                </a:solidFill>
              </a:rPr>
              <a:t>P</a:t>
            </a:r>
            <a:r>
              <a:rPr lang="zh-TW" altLang="en-US" dirty="0">
                <a:solidFill>
                  <a:srgbClr val="FF0000"/>
                </a:solidFill>
              </a:rPr>
              <a:t> 上某點 </a:t>
            </a:r>
            <a:r>
              <a:rPr lang="en-US" altLang="zh-TW" dirty="0">
                <a:solidFill>
                  <a:srgbClr val="FF0000"/>
                </a:solidFill>
              </a:rPr>
              <a:t>u </a:t>
            </a:r>
            <a:r>
              <a:rPr lang="zh-TW" altLang="en-US" dirty="0">
                <a:solidFill>
                  <a:srgbClr val="FF0000"/>
                </a:solidFill>
              </a:rPr>
              <a:t>與 </a:t>
            </a:r>
            <a:r>
              <a:rPr lang="en-US" altLang="zh-TW" dirty="0">
                <a:solidFill>
                  <a:srgbClr val="FF0000"/>
                </a:solidFill>
              </a:rPr>
              <a:t>Q</a:t>
            </a:r>
            <a:r>
              <a:rPr lang="zh-TW" altLang="en-US" dirty="0">
                <a:solidFill>
                  <a:srgbClr val="FF0000"/>
                </a:solidFill>
              </a:rPr>
              <a:t> 上某點 </a:t>
            </a:r>
            <a:r>
              <a:rPr lang="en-US" altLang="zh-TW" dirty="0">
                <a:solidFill>
                  <a:srgbClr val="FF0000"/>
                </a:solidFill>
              </a:rPr>
              <a:t>v</a:t>
            </a:r>
            <a:r>
              <a:rPr lang="zh-TW" altLang="en-US" dirty="0">
                <a:solidFill>
                  <a:srgbClr val="FF0000"/>
                </a:solidFill>
              </a:rPr>
              <a:t>，存在一條路徑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71BF432-0A7D-83E5-B530-564253EC578C}"/>
              </a:ext>
            </a:extLst>
          </p:cNvPr>
          <p:cNvSpPr txBox="1"/>
          <p:nvPr/>
        </p:nvSpPr>
        <p:spPr>
          <a:xfrm>
            <a:off x="834699" y="3127390"/>
            <a:ext cx="639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在所有這種與 </a:t>
            </a:r>
            <a:r>
              <a:rPr lang="en-US" altLang="zh-TW" dirty="0"/>
              <a:t>P</a:t>
            </a:r>
            <a:r>
              <a:rPr lang="zh-TW" altLang="en-US" dirty="0"/>
              <a:t> 與 </a:t>
            </a:r>
            <a:r>
              <a:rPr lang="en-US" altLang="zh-TW" dirty="0"/>
              <a:t>Q</a:t>
            </a:r>
            <a:r>
              <a:rPr lang="zh-TW" altLang="en-US" dirty="0"/>
              <a:t> 的路徑中，取一條長度最短的，計為 </a:t>
            </a:r>
            <a:r>
              <a:rPr lang="en-US" altLang="zh-TW" dirty="0"/>
              <a:t>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0812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EB5FB-9993-A1A1-1E60-66D5C065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4B6CF4-F255-11CB-0B7A-BD5221886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1.6.10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9C0246C-28E2-52C8-3054-268DC4780224}"/>
              </a:ext>
            </a:extLst>
          </p:cNvPr>
          <p:cNvSpPr txBox="1"/>
          <p:nvPr/>
        </p:nvSpPr>
        <p:spPr>
          <a:xfrm>
            <a:off x="838200" y="1729208"/>
            <a:ext cx="5259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把 </a:t>
            </a:r>
            <a:r>
              <a:rPr lang="en-US" altLang="zh-TW" dirty="0"/>
              <a:t>P</a:t>
            </a:r>
            <a:r>
              <a:rPr lang="zh-TW" altLang="en-US" dirty="0"/>
              <a:t> 在 </a:t>
            </a:r>
            <a:r>
              <a:rPr lang="en-US" altLang="zh-TW" dirty="0"/>
              <a:t>u </a:t>
            </a:r>
            <a:r>
              <a:rPr lang="zh-TW" altLang="en-US" dirty="0"/>
              <a:t>處切成兩段，其中取較長的一段，計為 </a:t>
            </a:r>
            <a:r>
              <a:rPr lang="en-US" altLang="zh-TW" dirty="0"/>
              <a:t>P’</a:t>
            </a:r>
            <a:endParaRPr lang="zh-TW" altLang="en-US" dirty="0"/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6FFBE4E5-41DB-60CF-B06E-160A0377F9BC}"/>
              </a:ext>
            </a:extLst>
          </p:cNvPr>
          <p:cNvGrpSpPr/>
          <p:nvPr/>
        </p:nvGrpSpPr>
        <p:grpSpPr>
          <a:xfrm>
            <a:off x="3318214" y="2811109"/>
            <a:ext cx="5006728" cy="3265165"/>
            <a:chOff x="2354655" y="3307892"/>
            <a:chExt cx="5006728" cy="3265165"/>
          </a:xfrm>
        </p:grpSpPr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A79C5DB7-EF13-48B1-A337-1404606813EB}"/>
                </a:ext>
              </a:extLst>
            </p:cNvPr>
            <p:cNvSpPr txBox="1"/>
            <p:nvPr/>
          </p:nvSpPr>
          <p:spPr>
            <a:xfrm>
              <a:off x="2439504" y="3925783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P</a:t>
              </a:r>
              <a:endParaRPr lang="zh-TW" altLang="en-US" sz="2400" dirty="0"/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0979D161-1566-30CD-0373-9BCA94F015EB}"/>
                </a:ext>
              </a:extLst>
            </p:cNvPr>
            <p:cNvGrpSpPr/>
            <p:nvPr/>
          </p:nvGrpSpPr>
          <p:grpSpPr>
            <a:xfrm>
              <a:off x="2354655" y="4124031"/>
              <a:ext cx="5006728" cy="1684037"/>
              <a:chOff x="1854141" y="3305884"/>
              <a:chExt cx="5006728" cy="168403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852F4D7C-2522-8C40-EE76-2F92A567F257}"/>
                  </a:ext>
                </a:extLst>
              </p:cNvPr>
              <p:cNvGrpSpPr/>
              <p:nvPr/>
            </p:nvGrpSpPr>
            <p:grpSpPr>
              <a:xfrm>
                <a:off x="2639937" y="4751904"/>
                <a:ext cx="4220932" cy="60102"/>
                <a:chOff x="2820225" y="3374802"/>
                <a:chExt cx="4220932" cy="60102"/>
              </a:xfrm>
            </p:grpSpPr>
            <p:cxnSp>
              <p:nvCxnSpPr>
                <p:cNvPr id="5" name="直線接點 4">
                  <a:extLst>
                    <a:ext uri="{FF2B5EF4-FFF2-40B4-BE49-F238E27FC236}">
                      <a16:creationId xmlns:a16="http://schemas.microsoft.com/office/drawing/2014/main" id="{4E53A31A-AA62-C915-2545-B552345B25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8028" y="3400202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流程圖: 接點 5">
                  <a:extLst>
                    <a:ext uri="{FF2B5EF4-FFF2-40B4-BE49-F238E27FC236}">
                      <a16:creationId xmlns:a16="http://schemas.microsoft.com/office/drawing/2014/main" id="{9B74449D-7ED4-7865-0513-1ACB41412D74}"/>
                    </a:ext>
                  </a:extLst>
                </p:cNvPr>
                <p:cNvSpPr/>
                <p:nvPr/>
              </p:nvSpPr>
              <p:spPr>
                <a:xfrm>
                  <a:off x="2820225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8" name="流程圖: 接點 7">
                  <a:extLst>
                    <a:ext uri="{FF2B5EF4-FFF2-40B4-BE49-F238E27FC236}">
                      <a16:creationId xmlns:a16="http://schemas.microsoft.com/office/drawing/2014/main" id="{61A8F887-3939-D7C5-0000-1A5849806D31}"/>
                    </a:ext>
                  </a:extLst>
                </p:cNvPr>
                <p:cNvSpPr/>
                <p:nvPr/>
              </p:nvSpPr>
              <p:spPr>
                <a:xfrm>
                  <a:off x="3633323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9" name="流程圖: 接點 8">
                  <a:extLst>
                    <a:ext uri="{FF2B5EF4-FFF2-40B4-BE49-F238E27FC236}">
                      <a16:creationId xmlns:a16="http://schemas.microsoft.com/office/drawing/2014/main" id="{E899A445-16B9-7AF1-5D53-8A1C777D0E0D}"/>
                    </a:ext>
                  </a:extLst>
                </p:cNvPr>
                <p:cNvSpPr/>
                <p:nvPr/>
              </p:nvSpPr>
              <p:spPr>
                <a:xfrm>
                  <a:off x="5111628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10" name="流程圖: 接點 9">
                  <a:extLst>
                    <a:ext uri="{FF2B5EF4-FFF2-40B4-BE49-F238E27FC236}">
                      <a16:creationId xmlns:a16="http://schemas.microsoft.com/office/drawing/2014/main" id="{BB0E3CC9-50C8-B8EA-2B23-30066D0CDC6E}"/>
                    </a:ext>
                  </a:extLst>
                </p:cNvPr>
                <p:cNvSpPr/>
                <p:nvPr/>
              </p:nvSpPr>
              <p:spPr>
                <a:xfrm>
                  <a:off x="5219431" y="3381987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11" name="流程圖: 接點 10">
                  <a:extLst>
                    <a:ext uri="{FF2B5EF4-FFF2-40B4-BE49-F238E27FC236}">
                      <a16:creationId xmlns:a16="http://schemas.microsoft.com/office/drawing/2014/main" id="{0D4B136E-556C-8CE8-C1E6-24720267E571}"/>
                    </a:ext>
                  </a:extLst>
                </p:cNvPr>
                <p:cNvSpPr/>
                <p:nvPr/>
              </p:nvSpPr>
              <p:spPr>
                <a:xfrm>
                  <a:off x="6207583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cxnSp>
              <p:nvCxnSpPr>
                <p:cNvPr id="12" name="直線接點 11">
                  <a:extLst>
                    <a:ext uri="{FF2B5EF4-FFF2-40B4-BE49-F238E27FC236}">
                      <a16:creationId xmlns:a16="http://schemas.microsoft.com/office/drawing/2014/main" id="{6C0F4338-AACA-C959-06F8-F53B03D6B2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5062" y="3390900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流程圖: 接點 12">
                  <a:extLst>
                    <a:ext uri="{FF2B5EF4-FFF2-40B4-BE49-F238E27FC236}">
                      <a16:creationId xmlns:a16="http://schemas.microsoft.com/office/drawing/2014/main" id="{63EEB018-BEDA-574E-5F8F-FFC1B97AFAB7}"/>
                    </a:ext>
                  </a:extLst>
                </p:cNvPr>
                <p:cNvSpPr/>
                <p:nvPr/>
              </p:nvSpPr>
              <p:spPr>
                <a:xfrm>
                  <a:off x="6990357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cxnSp>
              <p:nvCxnSpPr>
                <p:cNvPr id="14" name="直線接點 13">
                  <a:extLst>
                    <a:ext uri="{FF2B5EF4-FFF2-40B4-BE49-F238E27FC236}">
                      <a16:creationId xmlns:a16="http://schemas.microsoft.com/office/drawing/2014/main" id="{13259E71-9BBA-D159-E73C-5EB472BDB0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6482" y="3400202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流程圖: 接點 14">
                  <a:extLst>
                    <a:ext uri="{FF2B5EF4-FFF2-40B4-BE49-F238E27FC236}">
                      <a16:creationId xmlns:a16="http://schemas.microsoft.com/office/drawing/2014/main" id="{C9EF5555-67DD-A99E-592E-1AD6FA61159C}"/>
                    </a:ext>
                  </a:extLst>
                </p:cNvPr>
                <p:cNvSpPr/>
                <p:nvPr/>
              </p:nvSpPr>
              <p:spPr>
                <a:xfrm>
                  <a:off x="5003825" y="3381987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</p:grp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C7756F93-D17B-47B8-2D9B-6F2AE636899A}"/>
                  </a:ext>
                </a:extLst>
              </p:cNvPr>
              <p:cNvSpPr txBox="1"/>
              <p:nvPr/>
            </p:nvSpPr>
            <p:spPr>
              <a:xfrm>
                <a:off x="1854141" y="4528256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Q</a:t>
                </a:r>
                <a:endParaRPr lang="zh-TW" altLang="en-US" sz="2400" dirty="0"/>
              </a:p>
            </p:txBody>
          </p:sp>
          <p:grpSp>
            <p:nvGrpSpPr>
              <p:cNvPr id="20" name="群組 19">
                <a:extLst>
                  <a:ext uri="{FF2B5EF4-FFF2-40B4-BE49-F238E27FC236}">
                    <a16:creationId xmlns:a16="http://schemas.microsoft.com/office/drawing/2014/main" id="{09895CD5-3211-00B1-5F2F-381D08496451}"/>
                  </a:ext>
                </a:extLst>
              </p:cNvPr>
              <p:cNvGrpSpPr/>
              <p:nvPr/>
            </p:nvGrpSpPr>
            <p:grpSpPr>
              <a:xfrm>
                <a:off x="2639937" y="3305884"/>
                <a:ext cx="4220932" cy="1369821"/>
                <a:chOff x="2820225" y="3374802"/>
                <a:chExt cx="4220932" cy="1369821"/>
              </a:xfrm>
            </p:grpSpPr>
            <p:cxnSp>
              <p:nvCxnSpPr>
                <p:cNvPr id="21" name="直線接點 20">
                  <a:extLst>
                    <a:ext uri="{FF2B5EF4-FFF2-40B4-BE49-F238E27FC236}">
                      <a16:creationId xmlns:a16="http://schemas.microsoft.com/office/drawing/2014/main" id="{92D17ED5-D8F2-7103-9050-BAC06C135A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8028" y="3400202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流程圖: 接點 21">
                  <a:extLst>
                    <a:ext uri="{FF2B5EF4-FFF2-40B4-BE49-F238E27FC236}">
                      <a16:creationId xmlns:a16="http://schemas.microsoft.com/office/drawing/2014/main" id="{890D22BE-3D5C-2948-419D-04125E35A762}"/>
                    </a:ext>
                  </a:extLst>
                </p:cNvPr>
                <p:cNvSpPr/>
                <p:nvPr/>
              </p:nvSpPr>
              <p:spPr>
                <a:xfrm>
                  <a:off x="2820225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78F6CF2B-7D09-992E-AE57-F8AF39C47C82}"/>
                    </a:ext>
                  </a:extLst>
                </p:cNvPr>
                <p:cNvSpPr txBox="1"/>
                <p:nvPr/>
              </p:nvSpPr>
              <p:spPr>
                <a:xfrm>
                  <a:off x="4320724" y="3497918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u</a:t>
                  </a:r>
                  <a:endParaRPr lang="zh-TW" altLang="en-US" dirty="0"/>
                </a:p>
              </p:txBody>
            </p:sp>
            <p:sp>
              <p:nvSpPr>
                <p:cNvPr id="24" name="流程圖: 接點 23">
                  <a:extLst>
                    <a:ext uri="{FF2B5EF4-FFF2-40B4-BE49-F238E27FC236}">
                      <a16:creationId xmlns:a16="http://schemas.microsoft.com/office/drawing/2014/main" id="{27CC6B9C-7595-8096-33B1-1D6EAB6A0180}"/>
                    </a:ext>
                  </a:extLst>
                </p:cNvPr>
                <p:cNvSpPr/>
                <p:nvPr/>
              </p:nvSpPr>
              <p:spPr>
                <a:xfrm>
                  <a:off x="3633323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25" name="流程圖: 接點 24">
                  <a:extLst>
                    <a:ext uri="{FF2B5EF4-FFF2-40B4-BE49-F238E27FC236}">
                      <a16:creationId xmlns:a16="http://schemas.microsoft.com/office/drawing/2014/main" id="{517A1A86-A469-96E7-6D0F-E92B76734B7A}"/>
                    </a:ext>
                  </a:extLst>
                </p:cNvPr>
                <p:cNvSpPr/>
                <p:nvPr/>
              </p:nvSpPr>
              <p:spPr>
                <a:xfrm>
                  <a:off x="5111628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26" name="流程圖: 接點 25">
                  <a:extLst>
                    <a:ext uri="{FF2B5EF4-FFF2-40B4-BE49-F238E27FC236}">
                      <a16:creationId xmlns:a16="http://schemas.microsoft.com/office/drawing/2014/main" id="{5BA19EDA-60F6-3DCD-74C4-71C55973536A}"/>
                    </a:ext>
                  </a:extLst>
                </p:cNvPr>
                <p:cNvSpPr/>
                <p:nvPr/>
              </p:nvSpPr>
              <p:spPr>
                <a:xfrm>
                  <a:off x="5219431" y="3381987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sp>
              <p:nvSpPr>
                <p:cNvPr id="27" name="流程圖: 接點 26">
                  <a:extLst>
                    <a:ext uri="{FF2B5EF4-FFF2-40B4-BE49-F238E27FC236}">
                      <a16:creationId xmlns:a16="http://schemas.microsoft.com/office/drawing/2014/main" id="{038EF2A5-0375-0D8C-95E2-1D8CB7700DF1}"/>
                    </a:ext>
                  </a:extLst>
                </p:cNvPr>
                <p:cNvSpPr/>
                <p:nvPr/>
              </p:nvSpPr>
              <p:spPr>
                <a:xfrm>
                  <a:off x="5333405" y="3385775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cxnSp>
              <p:nvCxnSpPr>
                <p:cNvPr id="28" name="直線接點 27">
                  <a:extLst>
                    <a:ext uri="{FF2B5EF4-FFF2-40B4-BE49-F238E27FC236}">
                      <a16:creationId xmlns:a16="http://schemas.microsoft.com/office/drawing/2014/main" id="{0DD2D2D5-4450-037C-0F06-35EF292B67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5062" y="3390900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流程圖: 接點 28">
                  <a:extLst>
                    <a:ext uri="{FF2B5EF4-FFF2-40B4-BE49-F238E27FC236}">
                      <a16:creationId xmlns:a16="http://schemas.microsoft.com/office/drawing/2014/main" id="{E5E4B974-350C-26B2-8B9A-0D73F876CC27}"/>
                    </a:ext>
                  </a:extLst>
                </p:cNvPr>
                <p:cNvSpPr/>
                <p:nvPr/>
              </p:nvSpPr>
              <p:spPr>
                <a:xfrm>
                  <a:off x="6990357" y="3374802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p:cxnSp>
              <p:nvCxnSpPr>
                <p:cNvPr id="30" name="直線接點 29">
                  <a:extLst>
                    <a:ext uri="{FF2B5EF4-FFF2-40B4-BE49-F238E27FC236}">
                      <a16:creationId xmlns:a16="http://schemas.microsoft.com/office/drawing/2014/main" id="{AC073C87-8B4C-2510-41F3-18FAA09E55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6482" y="3400202"/>
                  <a:ext cx="6482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流程圖: 接點 30">
                  <a:extLst>
                    <a:ext uri="{FF2B5EF4-FFF2-40B4-BE49-F238E27FC236}">
                      <a16:creationId xmlns:a16="http://schemas.microsoft.com/office/drawing/2014/main" id="{12C6E9A6-8CD0-933E-830F-98673063BEDA}"/>
                    </a:ext>
                  </a:extLst>
                </p:cNvPr>
                <p:cNvSpPr/>
                <p:nvPr/>
              </p:nvSpPr>
              <p:spPr>
                <a:xfrm>
                  <a:off x="4451777" y="3384104"/>
                  <a:ext cx="50800" cy="50800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u="sn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文字方塊 31">
                      <a:extLst>
                        <a:ext uri="{FF2B5EF4-FFF2-40B4-BE49-F238E27FC236}">
                          <a16:creationId xmlns:a16="http://schemas.microsoft.com/office/drawing/2014/main" id="{3936F534-89E4-BEFB-EA90-5FA118A7F7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26123" y="4375291"/>
                      <a:ext cx="36292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2" name="文字方塊 31">
                      <a:extLst>
                        <a:ext uri="{FF2B5EF4-FFF2-40B4-BE49-F238E27FC236}">
                          <a16:creationId xmlns:a16="http://schemas.microsoft.com/office/drawing/2014/main" id="{3936F534-89E4-BEFB-EA90-5FA118A7F7E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26123" y="4375291"/>
                      <a:ext cx="362920" cy="36933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1FCEBADA-33A6-7719-0C57-9D94DA067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5517" y="3363869"/>
                <a:ext cx="670490" cy="59027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36C739A5-8275-BB7D-A9FA-3F87D7462A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1292" y="4036079"/>
                <a:ext cx="869458" cy="71582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流程圖: 接點 37">
                <a:extLst>
                  <a:ext uri="{FF2B5EF4-FFF2-40B4-BE49-F238E27FC236}">
                    <a16:creationId xmlns:a16="http://schemas.microsoft.com/office/drawing/2014/main" id="{671067B2-06A1-E777-2B0B-DEA65D28153A}"/>
                  </a:ext>
                </a:extLst>
              </p:cNvPr>
              <p:cNvSpPr/>
              <p:nvPr/>
            </p:nvSpPr>
            <p:spPr>
              <a:xfrm>
                <a:off x="5044853" y="3974291"/>
                <a:ext cx="50800" cy="50800"/>
              </a:xfrm>
              <a:prstGeom prst="flowChartConnector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9F44A7F4-9C10-AD04-1B59-6554DD4A3D97}"/>
                  </a:ext>
                </a:extLst>
              </p:cNvPr>
              <p:cNvSpPr txBox="1"/>
              <p:nvPr/>
            </p:nvSpPr>
            <p:spPr>
              <a:xfrm>
                <a:off x="5407461" y="365900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rgbClr val="FF0000"/>
                    </a:solidFill>
                  </a:rPr>
                  <a:t>R</a:t>
                </a:r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6EFC987E-6988-05FF-09C0-7697A546464F}"/>
                </a:ext>
              </a:extLst>
            </p:cNvPr>
            <p:cNvSpPr txBox="1"/>
            <p:nvPr/>
          </p:nvSpPr>
          <p:spPr>
            <a:xfrm>
              <a:off x="6288168" y="3307892"/>
              <a:ext cx="45122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>
                  <a:solidFill>
                    <a:schemeClr val="accent6"/>
                  </a:solidFill>
                </a:rPr>
                <a:t>P’</a:t>
              </a:r>
              <a:endParaRPr lang="zh-TW" altLang="en-US" sz="2400" dirty="0">
                <a:solidFill>
                  <a:schemeClr val="accent6"/>
                </a:solidFill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24DA2D38-48B5-0477-D24B-DC2769ECF175}"/>
                </a:ext>
              </a:extLst>
            </p:cNvPr>
            <p:cNvSpPr txBox="1"/>
            <p:nvPr/>
          </p:nvSpPr>
          <p:spPr>
            <a:xfrm>
              <a:off x="4489389" y="6111392"/>
              <a:ext cx="45122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>
                  <a:solidFill>
                    <a:schemeClr val="accent6"/>
                  </a:solidFill>
                </a:rPr>
                <a:t>Q’</a:t>
              </a:r>
              <a:endParaRPr lang="zh-TW" altLang="en-US" sz="2400" dirty="0">
                <a:solidFill>
                  <a:schemeClr val="accent6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0E2F9FC-21AE-25B5-BAAA-7CD7892B2102}"/>
                  </a:ext>
                </a:extLst>
              </p:cNvPr>
              <p:cNvSpPr txBox="1"/>
              <p:nvPr/>
            </p:nvSpPr>
            <p:spPr>
              <a:xfrm>
                <a:off x="286781" y="6102280"/>
                <a:ext cx="11618437" cy="4841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>
                    <a:solidFill>
                      <a:srgbClr val="FF0000"/>
                    </a:solidFill>
                  </a:rPr>
                  <a:t>由於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P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、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Q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不相交，且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R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的內部頂點不在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P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Q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上，所以存在一條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path 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長度至少為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|P’|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+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|R|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+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|Q’|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=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+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TW" altLang="en-US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= L + 1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0E2F9FC-21AE-25B5-BAAA-7CD7892B2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81" y="6102280"/>
                <a:ext cx="11618437" cy="484172"/>
              </a:xfrm>
              <a:prstGeom prst="rect">
                <a:avLst/>
              </a:prstGeom>
              <a:blipFill>
                <a:blip r:embed="rId3"/>
                <a:stretch>
                  <a:fillRect l="-420" b="-101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4D3EC16C-9403-BAC8-3BBE-64905A4F8B77}"/>
              </a:ext>
            </a:extLst>
          </p:cNvPr>
          <p:cNvSpPr/>
          <p:nvPr/>
        </p:nvSpPr>
        <p:spPr>
          <a:xfrm>
            <a:off x="6002867" y="3276600"/>
            <a:ext cx="2566620" cy="62757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CC2BD1-9E1C-648F-5298-21378A63AD5A}"/>
              </a:ext>
            </a:extLst>
          </p:cNvPr>
          <p:cNvSpPr/>
          <p:nvPr/>
        </p:nvSpPr>
        <p:spPr>
          <a:xfrm>
            <a:off x="3923257" y="4907216"/>
            <a:ext cx="3541432" cy="62757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7354179-04DC-57E0-3D12-B1560874AF44}"/>
              </a:ext>
            </a:extLst>
          </p:cNvPr>
          <p:cNvSpPr txBox="1"/>
          <p:nvPr/>
        </p:nvSpPr>
        <p:spPr>
          <a:xfrm>
            <a:off x="836227" y="2169345"/>
            <a:ext cx="5270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把 </a:t>
            </a:r>
            <a:r>
              <a:rPr lang="en-US" altLang="zh-TW" dirty="0"/>
              <a:t>Q</a:t>
            </a:r>
            <a:r>
              <a:rPr lang="zh-TW" altLang="en-US" dirty="0"/>
              <a:t> 在 </a:t>
            </a:r>
            <a:r>
              <a:rPr lang="en-US" altLang="zh-TW" dirty="0"/>
              <a:t>v </a:t>
            </a:r>
            <a:r>
              <a:rPr lang="zh-TW" altLang="en-US" dirty="0"/>
              <a:t>處切成兩段，其中取較長的一段，計為 </a:t>
            </a:r>
            <a:r>
              <a:rPr lang="en-US" altLang="zh-TW" dirty="0"/>
              <a:t>Q’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92568530-03D3-38CE-109F-078320030B42}"/>
              </a:ext>
            </a:extLst>
          </p:cNvPr>
          <p:cNvSpPr txBox="1"/>
          <p:nvPr/>
        </p:nvSpPr>
        <p:spPr>
          <a:xfrm>
            <a:off x="3117353" y="6488668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與 </a:t>
            </a:r>
            <a:r>
              <a:rPr lang="en-US" altLang="zh-TW" dirty="0">
                <a:solidFill>
                  <a:srgbClr val="FF0000"/>
                </a:solidFill>
              </a:rPr>
              <a:t>P</a:t>
            </a:r>
            <a:r>
              <a:rPr lang="zh-TW" altLang="en-US" dirty="0">
                <a:solidFill>
                  <a:srgbClr val="FF0000"/>
                </a:solidFill>
              </a:rPr>
              <a:t> 、</a:t>
            </a:r>
            <a:r>
              <a:rPr lang="en-US" altLang="zh-TW" dirty="0">
                <a:solidFill>
                  <a:srgbClr val="FF0000"/>
                </a:solidFill>
              </a:rPr>
              <a:t>Q</a:t>
            </a:r>
            <a:r>
              <a:rPr lang="zh-TW" altLang="en-US" dirty="0">
                <a:solidFill>
                  <a:srgbClr val="FF0000"/>
                </a:solidFill>
              </a:rPr>
              <a:t> 為最長路徑矛盾，所以 </a:t>
            </a:r>
            <a:r>
              <a:rPr lang="en-US" altLang="zh-TW" dirty="0">
                <a:solidFill>
                  <a:srgbClr val="FF0000"/>
                </a:solidFill>
              </a:rPr>
              <a:t>P</a:t>
            </a:r>
            <a:r>
              <a:rPr lang="zh-TW" altLang="en-US" dirty="0">
                <a:solidFill>
                  <a:srgbClr val="FF0000"/>
                </a:solidFill>
              </a:rPr>
              <a:t> 、</a:t>
            </a:r>
            <a:r>
              <a:rPr lang="en-US" altLang="zh-TW" dirty="0">
                <a:solidFill>
                  <a:srgbClr val="FF0000"/>
                </a:solidFill>
              </a:rPr>
              <a:t>Q</a:t>
            </a:r>
            <a:r>
              <a:rPr lang="zh-TW" altLang="en-US" dirty="0">
                <a:solidFill>
                  <a:srgbClr val="FF0000"/>
                </a:solidFill>
              </a:rPr>
              <a:t> 必有共同頂點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398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2372-34E8-FC8F-0934-A198EFD7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529B0-A9D7-D342-5117-3FC31D03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1.6.12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20588675-2998-CD05-C8B6-327B026D7E81}"/>
                  </a:ext>
                </a:extLst>
              </p:cNvPr>
              <p:cNvSpPr txBox="1"/>
              <p:nvPr/>
            </p:nvSpPr>
            <p:spPr>
              <a:xfrm>
                <a:off x="843370" y="2034419"/>
                <a:ext cx="328487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/>
                  <a:t>Case 2 : </a:t>
                </a:r>
                <a:r>
                  <a:rPr lang="en-US" altLang="zh-TW" sz="3200" dirty="0" err="1"/>
                  <a:t>uv</a:t>
                </a:r>
                <a:r>
                  <a:rPr lang="en-US" altLang="zh-TW" sz="3200" dirty="0"/>
                  <a:t> 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TW" sz="3200" dirty="0"/>
                  <a:t> E(G)</a:t>
                </a:r>
                <a:endParaRPr lang="zh-TW" altLang="en-US" sz="32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20588675-2998-CD05-C8B6-327B026D7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70" y="2034419"/>
                <a:ext cx="3284874" cy="584775"/>
              </a:xfrm>
              <a:prstGeom prst="rect">
                <a:avLst/>
              </a:prstGeom>
              <a:blipFill>
                <a:blip r:embed="rId2"/>
                <a:stretch>
                  <a:fillRect l="-4638" t="-12500" r="-4082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AC523960-215C-E838-70E7-5CCFB66A1156}"/>
              </a:ext>
            </a:extLst>
          </p:cNvPr>
          <p:cNvSpPr txBox="1"/>
          <p:nvPr/>
        </p:nvSpPr>
        <p:spPr>
          <a:xfrm>
            <a:off x="6440083" y="5326587"/>
            <a:ext cx="5569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所以，</a:t>
            </a:r>
            <a:r>
              <a:rPr lang="en-US" altLang="zh-TW" dirty="0">
                <a:solidFill>
                  <a:srgbClr val="FF0000"/>
                </a:solidFill>
              </a:rPr>
              <a:t>x </a:t>
            </a:r>
            <a:r>
              <a:rPr lang="zh-TW" altLang="en-US" dirty="0">
                <a:solidFill>
                  <a:srgbClr val="FF0000"/>
                </a:solidFill>
              </a:rPr>
              <a:t>到 </a:t>
            </a:r>
            <a:r>
              <a:rPr lang="en-US" altLang="zh-TW" dirty="0">
                <a:solidFill>
                  <a:srgbClr val="FF0000"/>
                </a:solidFill>
              </a:rPr>
              <a:t>y </a:t>
            </a:r>
            <a:r>
              <a:rPr lang="zh-TW" altLang="en-US" dirty="0">
                <a:solidFill>
                  <a:srgbClr val="FF0000"/>
                </a:solidFill>
              </a:rPr>
              <a:t>一定存在一條最長至多 </a:t>
            </a:r>
            <a:r>
              <a:rPr lang="en-US" altLang="zh-TW" dirty="0">
                <a:solidFill>
                  <a:srgbClr val="FF0000"/>
                </a:solidFill>
              </a:rPr>
              <a:t>3 </a:t>
            </a:r>
            <a:r>
              <a:rPr lang="zh-TW" altLang="en-US" dirty="0">
                <a:solidFill>
                  <a:srgbClr val="FF0000"/>
                </a:solidFill>
              </a:rPr>
              <a:t>的路徑 </a:t>
            </a:r>
            <a:r>
              <a:rPr lang="en-US" altLang="zh-TW" dirty="0">
                <a:solidFill>
                  <a:srgbClr val="FF0000"/>
                </a:solidFill>
              </a:rPr>
              <a:t>(x-u-v-y)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endParaRPr lang="en-US" altLang="zh-TW" dirty="0">
              <a:solidFill>
                <a:srgbClr val="FF0000"/>
              </a:solidFill>
            </a:endParaRP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8D38D510-EC81-6B37-7A92-93E17A9BEECD}"/>
              </a:ext>
            </a:extLst>
          </p:cNvPr>
          <p:cNvGrpSpPr/>
          <p:nvPr/>
        </p:nvGrpSpPr>
        <p:grpSpPr>
          <a:xfrm>
            <a:off x="979388" y="3269426"/>
            <a:ext cx="1472738" cy="461666"/>
            <a:chOff x="979388" y="3269426"/>
            <a:chExt cx="1472738" cy="461666"/>
          </a:xfrm>
        </p:grpSpPr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1C26EA8B-16B4-3312-3E5E-024FC608D851}"/>
                </a:ext>
              </a:extLst>
            </p:cNvPr>
            <p:cNvSpPr txBox="1"/>
            <p:nvPr/>
          </p:nvSpPr>
          <p:spPr>
            <a:xfrm>
              <a:off x="979388" y="3269427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x</a:t>
              </a:r>
              <a:endParaRPr lang="zh-TW" altLang="en-US" sz="2400" dirty="0"/>
            </a:p>
          </p:txBody>
        </p: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C3BB6A07-0F7A-0246-A69D-196B8F2986E0}"/>
                </a:ext>
              </a:extLst>
            </p:cNvPr>
            <p:cNvCxnSpPr>
              <a:cxnSpLocks/>
            </p:cNvCxnSpPr>
            <p:nvPr/>
          </p:nvCxnSpPr>
          <p:spPr>
            <a:xfrm>
              <a:off x="1404311" y="3531998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流程圖: 接點 17">
              <a:extLst>
                <a:ext uri="{FF2B5EF4-FFF2-40B4-BE49-F238E27FC236}">
                  <a16:creationId xmlns:a16="http://schemas.microsoft.com/office/drawing/2014/main" id="{EE7D89C4-5ED1-95F4-CE0F-A73C0841C262}"/>
                </a:ext>
              </a:extLst>
            </p:cNvPr>
            <p:cNvSpPr/>
            <p:nvPr/>
          </p:nvSpPr>
          <p:spPr>
            <a:xfrm>
              <a:off x="1296508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1005A762-0F48-C006-0D5A-5F33340AC920}"/>
                </a:ext>
              </a:extLst>
            </p:cNvPr>
            <p:cNvSpPr txBox="1"/>
            <p:nvPr/>
          </p:nvSpPr>
          <p:spPr>
            <a:xfrm>
              <a:off x="2135006" y="3269426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u</a:t>
              </a:r>
              <a:endParaRPr lang="zh-TW" altLang="en-US" sz="2400" dirty="0"/>
            </a:p>
          </p:txBody>
        </p:sp>
        <p:sp>
          <p:nvSpPr>
            <p:cNvPr id="44" name="流程圖: 接點 43">
              <a:extLst>
                <a:ext uri="{FF2B5EF4-FFF2-40B4-BE49-F238E27FC236}">
                  <a16:creationId xmlns:a16="http://schemas.microsoft.com/office/drawing/2014/main" id="{00C072F3-A62E-DD31-DE5D-97CED7BC602E}"/>
                </a:ext>
              </a:extLst>
            </p:cNvPr>
            <p:cNvSpPr/>
            <p:nvPr/>
          </p:nvSpPr>
          <p:spPr>
            <a:xfrm>
              <a:off x="2109606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E6D6B2D9-3881-94A0-8689-A39E6B8E8D7F}"/>
              </a:ext>
            </a:extLst>
          </p:cNvPr>
          <p:cNvGrpSpPr/>
          <p:nvPr/>
        </p:nvGrpSpPr>
        <p:grpSpPr>
          <a:xfrm>
            <a:off x="3449538" y="4033290"/>
            <a:ext cx="1472738" cy="461666"/>
            <a:chOff x="979388" y="3269426"/>
            <a:chExt cx="1472738" cy="461666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A81990C9-9D18-6740-1544-6D806275DF74}"/>
                </a:ext>
              </a:extLst>
            </p:cNvPr>
            <p:cNvSpPr txBox="1"/>
            <p:nvPr/>
          </p:nvSpPr>
          <p:spPr>
            <a:xfrm>
              <a:off x="979388" y="3269427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y</a:t>
              </a:r>
              <a:endParaRPr lang="zh-TW" altLang="en-US" sz="2400" dirty="0"/>
            </a:p>
          </p:txBody>
        </p: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34C9FA0F-D4D0-3FA0-6A89-853A8DC12D90}"/>
                </a:ext>
              </a:extLst>
            </p:cNvPr>
            <p:cNvCxnSpPr>
              <a:cxnSpLocks/>
            </p:cNvCxnSpPr>
            <p:nvPr/>
          </p:nvCxnSpPr>
          <p:spPr>
            <a:xfrm>
              <a:off x="1404311" y="3531998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流程圖: 接點 51">
              <a:extLst>
                <a:ext uri="{FF2B5EF4-FFF2-40B4-BE49-F238E27FC236}">
                  <a16:creationId xmlns:a16="http://schemas.microsoft.com/office/drawing/2014/main" id="{B002E332-29DB-E44A-990D-E9709A2C384E}"/>
                </a:ext>
              </a:extLst>
            </p:cNvPr>
            <p:cNvSpPr/>
            <p:nvPr/>
          </p:nvSpPr>
          <p:spPr>
            <a:xfrm>
              <a:off x="1296508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C496C943-089C-5E09-33D7-91BEF8F60FED}"/>
                </a:ext>
              </a:extLst>
            </p:cNvPr>
            <p:cNvSpPr txBox="1"/>
            <p:nvPr/>
          </p:nvSpPr>
          <p:spPr>
            <a:xfrm>
              <a:off x="2135006" y="3269426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v</a:t>
              </a:r>
              <a:endParaRPr lang="zh-TW" altLang="en-US" sz="2400" dirty="0"/>
            </a:p>
          </p:txBody>
        </p:sp>
        <p:sp>
          <p:nvSpPr>
            <p:cNvPr id="54" name="流程圖: 接點 53">
              <a:extLst>
                <a:ext uri="{FF2B5EF4-FFF2-40B4-BE49-F238E27FC236}">
                  <a16:creationId xmlns:a16="http://schemas.microsoft.com/office/drawing/2014/main" id="{F5997F55-95FE-8DB9-0F05-1E1281DC3653}"/>
                </a:ext>
              </a:extLst>
            </p:cNvPr>
            <p:cNvSpPr/>
            <p:nvPr/>
          </p:nvSpPr>
          <p:spPr>
            <a:xfrm>
              <a:off x="2109606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D760A358-9EA3-CD89-1150-BAD9836CF5DF}"/>
              </a:ext>
            </a:extLst>
          </p:cNvPr>
          <p:cNvGrpSpPr/>
          <p:nvPr/>
        </p:nvGrpSpPr>
        <p:grpSpPr>
          <a:xfrm>
            <a:off x="974099" y="4906800"/>
            <a:ext cx="1472738" cy="461666"/>
            <a:chOff x="979388" y="3269426"/>
            <a:chExt cx="1472738" cy="461666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322971EC-F463-E5C6-DB28-3358F3B7C250}"/>
                </a:ext>
              </a:extLst>
            </p:cNvPr>
            <p:cNvSpPr txBox="1"/>
            <p:nvPr/>
          </p:nvSpPr>
          <p:spPr>
            <a:xfrm>
              <a:off x="979388" y="3269427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u</a:t>
              </a:r>
              <a:endParaRPr lang="zh-TW" altLang="en-US" sz="2400" dirty="0"/>
            </a:p>
          </p:txBody>
        </p: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78F114CC-75D7-7EE5-F7A4-F845C1EE376A}"/>
                </a:ext>
              </a:extLst>
            </p:cNvPr>
            <p:cNvCxnSpPr>
              <a:cxnSpLocks/>
            </p:cNvCxnSpPr>
            <p:nvPr/>
          </p:nvCxnSpPr>
          <p:spPr>
            <a:xfrm>
              <a:off x="1404311" y="3531998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流程圖: 接點 57">
              <a:extLst>
                <a:ext uri="{FF2B5EF4-FFF2-40B4-BE49-F238E27FC236}">
                  <a16:creationId xmlns:a16="http://schemas.microsoft.com/office/drawing/2014/main" id="{5C3F83A2-BBEB-C8B4-72E3-7AB915C274D4}"/>
                </a:ext>
              </a:extLst>
            </p:cNvPr>
            <p:cNvSpPr/>
            <p:nvPr/>
          </p:nvSpPr>
          <p:spPr>
            <a:xfrm>
              <a:off x="1296508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65FE0999-5506-635A-9820-BC0D986EB63C}"/>
                </a:ext>
              </a:extLst>
            </p:cNvPr>
            <p:cNvSpPr txBox="1"/>
            <p:nvPr/>
          </p:nvSpPr>
          <p:spPr>
            <a:xfrm>
              <a:off x="2135006" y="3269426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v</a:t>
              </a:r>
              <a:endParaRPr lang="zh-TW" altLang="en-US" sz="2400" dirty="0"/>
            </a:p>
          </p:txBody>
        </p:sp>
        <p:sp>
          <p:nvSpPr>
            <p:cNvPr id="60" name="流程圖: 接點 59">
              <a:extLst>
                <a:ext uri="{FF2B5EF4-FFF2-40B4-BE49-F238E27FC236}">
                  <a16:creationId xmlns:a16="http://schemas.microsoft.com/office/drawing/2014/main" id="{D8AD9424-B7E2-7101-8A86-8CF4A93D10DA}"/>
                </a:ext>
              </a:extLst>
            </p:cNvPr>
            <p:cNvSpPr/>
            <p:nvPr/>
          </p:nvSpPr>
          <p:spPr>
            <a:xfrm>
              <a:off x="2109606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</p:grp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8EF8EA8C-2B0E-1FC6-F8AF-FBBB28A1B84A}"/>
              </a:ext>
            </a:extLst>
          </p:cNvPr>
          <p:cNvGrpSpPr/>
          <p:nvPr/>
        </p:nvGrpSpPr>
        <p:grpSpPr>
          <a:xfrm>
            <a:off x="3449538" y="3269426"/>
            <a:ext cx="1472738" cy="461666"/>
            <a:chOff x="979388" y="3269426"/>
            <a:chExt cx="1472738" cy="461666"/>
          </a:xfrm>
        </p:grpSpPr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801A655D-1FDD-6FAE-F3B2-32E3D25F6B89}"/>
                </a:ext>
              </a:extLst>
            </p:cNvPr>
            <p:cNvSpPr txBox="1"/>
            <p:nvPr/>
          </p:nvSpPr>
          <p:spPr>
            <a:xfrm>
              <a:off x="979388" y="3269427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x</a:t>
              </a:r>
              <a:endParaRPr lang="zh-TW" altLang="en-US" sz="2400" dirty="0"/>
            </a:p>
          </p:txBody>
        </p:sp>
        <p:cxnSp>
          <p:nvCxnSpPr>
            <p:cNvPr id="63" name="直線接點 62">
              <a:extLst>
                <a:ext uri="{FF2B5EF4-FFF2-40B4-BE49-F238E27FC236}">
                  <a16:creationId xmlns:a16="http://schemas.microsoft.com/office/drawing/2014/main" id="{DAD11329-01A5-1749-61F7-B902592CD9C7}"/>
                </a:ext>
              </a:extLst>
            </p:cNvPr>
            <p:cNvCxnSpPr>
              <a:cxnSpLocks/>
            </p:cNvCxnSpPr>
            <p:nvPr/>
          </p:nvCxnSpPr>
          <p:spPr>
            <a:xfrm>
              <a:off x="1404311" y="3531998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流程圖: 接點 63">
              <a:extLst>
                <a:ext uri="{FF2B5EF4-FFF2-40B4-BE49-F238E27FC236}">
                  <a16:creationId xmlns:a16="http://schemas.microsoft.com/office/drawing/2014/main" id="{2FBA82E2-8C3E-1FC7-FEF5-40BFF46F61E2}"/>
                </a:ext>
              </a:extLst>
            </p:cNvPr>
            <p:cNvSpPr/>
            <p:nvPr/>
          </p:nvSpPr>
          <p:spPr>
            <a:xfrm>
              <a:off x="1296508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B8673F5F-AFD9-AD46-1863-B0F0211FF843}"/>
                </a:ext>
              </a:extLst>
            </p:cNvPr>
            <p:cNvSpPr txBox="1"/>
            <p:nvPr/>
          </p:nvSpPr>
          <p:spPr>
            <a:xfrm>
              <a:off x="2135006" y="3269426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v</a:t>
              </a:r>
              <a:endParaRPr lang="zh-TW" altLang="en-US" sz="2400" dirty="0"/>
            </a:p>
          </p:txBody>
        </p:sp>
        <p:sp>
          <p:nvSpPr>
            <p:cNvPr id="66" name="流程圖: 接點 65">
              <a:extLst>
                <a:ext uri="{FF2B5EF4-FFF2-40B4-BE49-F238E27FC236}">
                  <a16:creationId xmlns:a16="http://schemas.microsoft.com/office/drawing/2014/main" id="{62343AF1-B329-3C3D-0B1C-41A625BB1886}"/>
                </a:ext>
              </a:extLst>
            </p:cNvPr>
            <p:cNvSpPr/>
            <p:nvPr/>
          </p:nvSpPr>
          <p:spPr>
            <a:xfrm>
              <a:off x="2109606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</p:grp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BC5E6FE5-F523-996D-2A3E-6AA478BF3615}"/>
              </a:ext>
            </a:extLst>
          </p:cNvPr>
          <p:cNvSpPr txBox="1"/>
          <p:nvPr/>
        </p:nvSpPr>
        <p:spPr>
          <a:xfrm>
            <a:off x="2743083" y="33155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或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85470129-40A8-D2E9-F39C-FBFF4D5F5918}"/>
              </a:ext>
            </a:extLst>
          </p:cNvPr>
          <p:cNvSpPr txBox="1"/>
          <p:nvPr/>
        </p:nvSpPr>
        <p:spPr>
          <a:xfrm>
            <a:off x="2762262" y="409250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或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BA05BF09-4059-29C1-02FD-EC5E232A9812}"/>
              </a:ext>
            </a:extLst>
          </p:cNvPr>
          <p:cNvSpPr txBox="1"/>
          <p:nvPr/>
        </p:nvSpPr>
        <p:spPr>
          <a:xfrm>
            <a:off x="406899" y="331559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DE293855-3BE9-1064-B358-B38D9CEA64D8}"/>
              </a:ext>
            </a:extLst>
          </p:cNvPr>
          <p:cNvSpPr txBox="1"/>
          <p:nvPr/>
        </p:nvSpPr>
        <p:spPr>
          <a:xfrm>
            <a:off x="400620" y="411119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EE7C48D-8DC2-263C-2544-EE635B19BC11}"/>
              </a:ext>
            </a:extLst>
          </p:cNvPr>
          <p:cNvSpPr txBox="1"/>
          <p:nvPr/>
        </p:nvSpPr>
        <p:spPr>
          <a:xfrm>
            <a:off x="392306" y="490680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(3)</a:t>
            </a:r>
            <a:endParaRPr lang="zh-TW" altLang="en-US" dirty="0"/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632CA7A3-394B-EF21-C355-9FB3FF46ADB8}"/>
              </a:ext>
            </a:extLst>
          </p:cNvPr>
          <p:cNvGrpSpPr/>
          <p:nvPr/>
        </p:nvGrpSpPr>
        <p:grpSpPr>
          <a:xfrm>
            <a:off x="974099" y="4033289"/>
            <a:ext cx="1472738" cy="461666"/>
            <a:chOff x="979388" y="3269426"/>
            <a:chExt cx="1472738" cy="461666"/>
          </a:xfrm>
        </p:grpSpPr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4317210-801A-D984-1887-22C84356424D}"/>
                </a:ext>
              </a:extLst>
            </p:cNvPr>
            <p:cNvSpPr txBox="1"/>
            <p:nvPr/>
          </p:nvSpPr>
          <p:spPr>
            <a:xfrm>
              <a:off x="979388" y="3269427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y</a:t>
              </a:r>
              <a:endParaRPr lang="zh-TW" altLang="en-US" sz="2400" dirty="0"/>
            </a:p>
          </p:txBody>
        </p: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74250AFE-ED4D-810E-5AD5-04BBFB51656C}"/>
                </a:ext>
              </a:extLst>
            </p:cNvPr>
            <p:cNvCxnSpPr>
              <a:cxnSpLocks/>
            </p:cNvCxnSpPr>
            <p:nvPr/>
          </p:nvCxnSpPr>
          <p:spPr>
            <a:xfrm>
              <a:off x="1404311" y="3531998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流程圖: 接點 74">
              <a:extLst>
                <a:ext uri="{FF2B5EF4-FFF2-40B4-BE49-F238E27FC236}">
                  <a16:creationId xmlns:a16="http://schemas.microsoft.com/office/drawing/2014/main" id="{EAFF1C64-ED9C-D75D-0826-FBEF9D96E668}"/>
                </a:ext>
              </a:extLst>
            </p:cNvPr>
            <p:cNvSpPr/>
            <p:nvPr/>
          </p:nvSpPr>
          <p:spPr>
            <a:xfrm>
              <a:off x="1296508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908013D1-0CD8-ACD8-6AA0-0BEEFEDFDC5C}"/>
                </a:ext>
              </a:extLst>
            </p:cNvPr>
            <p:cNvSpPr txBox="1"/>
            <p:nvPr/>
          </p:nvSpPr>
          <p:spPr>
            <a:xfrm>
              <a:off x="2135006" y="3269426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u</a:t>
              </a:r>
              <a:endParaRPr lang="zh-TW" altLang="en-US" sz="2400" dirty="0"/>
            </a:p>
          </p:txBody>
        </p:sp>
        <p:sp>
          <p:nvSpPr>
            <p:cNvPr id="77" name="流程圖: 接點 76">
              <a:extLst>
                <a:ext uri="{FF2B5EF4-FFF2-40B4-BE49-F238E27FC236}">
                  <a16:creationId xmlns:a16="http://schemas.microsoft.com/office/drawing/2014/main" id="{EE9B2E40-134E-331D-65A4-9FBA5A193EE9}"/>
                </a:ext>
              </a:extLst>
            </p:cNvPr>
            <p:cNvSpPr/>
            <p:nvPr/>
          </p:nvSpPr>
          <p:spPr>
            <a:xfrm>
              <a:off x="2109606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FE27D371-DA2F-7A4E-59DF-3D744A1F765B}"/>
              </a:ext>
            </a:extLst>
          </p:cNvPr>
          <p:cNvGrpSpPr/>
          <p:nvPr/>
        </p:nvGrpSpPr>
        <p:grpSpPr>
          <a:xfrm>
            <a:off x="8497059" y="3190972"/>
            <a:ext cx="1555141" cy="493952"/>
            <a:chOff x="896985" y="3269426"/>
            <a:chExt cx="1555141" cy="493952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0694EE3A-2AA1-B172-7593-ED42D4AFF396}"/>
                </a:ext>
              </a:extLst>
            </p:cNvPr>
            <p:cNvSpPr txBox="1"/>
            <p:nvPr/>
          </p:nvSpPr>
          <p:spPr>
            <a:xfrm>
              <a:off x="896985" y="3301713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u</a:t>
              </a:r>
              <a:endParaRPr lang="zh-TW" altLang="en-US" sz="2400" dirty="0"/>
            </a:p>
          </p:txBody>
        </p:sp>
        <p:cxnSp>
          <p:nvCxnSpPr>
            <p:cNvPr id="80" name="直線接點 79">
              <a:extLst>
                <a:ext uri="{FF2B5EF4-FFF2-40B4-BE49-F238E27FC236}">
                  <a16:creationId xmlns:a16="http://schemas.microsoft.com/office/drawing/2014/main" id="{F2B9BD92-9C83-58B2-CB43-5FC3B62D3156}"/>
                </a:ext>
              </a:extLst>
            </p:cNvPr>
            <p:cNvCxnSpPr>
              <a:cxnSpLocks/>
            </p:cNvCxnSpPr>
            <p:nvPr/>
          </p:nvCxnSpPr>
          <p:spPr>
            <a:xfrm>
              <a:off x="1404311" y="3531998"/>
              <a:ext cx="6482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流程圖: 接點 80">
              <a:extLst>
                <a:ext uri="{FF2B5EF4-FFF2-40B4-BE49-F238E27FC236}">
                  <a16:creationId xmlns:a16="http://schemas.microsoft.com/office/drawing/2014/main" id="{538D7CD4-D522-8D0F-F7B2-6D404A64C627}"/>
                </a:ext>
              </a:extLst>
            </p:cNvPr>
            <p:cNvSpPr/>
            <p:nvPr/>
          </p:nvSpPr>
          <p:spPr>
            <a:xfrm>
              <a:off x="1296508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2FC9DE40-9B2D-8BBD-5F24-2EC0498BE0AB}"/>
                </a:ext>
              </a:extLst>
            </p:cNvPr>
            <p:cNvSpPr txBox="1"/>
            <p:nvPr/>
          </p:nvSpPr>
          <p:spPr>
            <a:xfrm>
              <a:off x="2135006" y="3269426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v</a:t>
              </a:r>
              <a:endParaRPr lang="zh-TW" altLang="en-US" sz="2400" dirty="0"/>
            </a:p>
          </p:txBody>
        </p:sp>
        <p:sp>
          <p:nvSpPr>
            <p:cNvPr id="83" name="流程圖: 接點 82">
              <a:extLst>
                <a:ext uri="{FF2B5EF4-FFF2-40B4-BE49-F238E27FC236}">
                  <a16:creationId xmlns:a16="http://schemas.microsoft.com/office/drawing/2014/main" id="{99F62E62-0D1E-5821-AB34-293B7CD0AA17}"/>
                </a:ext>
              </a:extLst>
            </p:cNvPr>
            <p:cNvSpPr/>
            <p:nvPr/>
          </p:nvSpPr>
          <p:spPr>
            <a:xfrm>
              <a:off x="2109606" y="3506598"/>
              <a:ext cx="50800" cy="5080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</p:grp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3F5C430E-027E-F464-1976-C802B86BB461}"/>
              </a:ext>
            </a:extLst>
          </p:cNvPr>
          <p:cNvSpPr txBox="1"/>
          <p:nvPr/>
        </p:nvSpPr>
        <p:spPr>
          <a:xfrm>
            <a:off x="8738022" y="4280665"/>
            <a:ext cx="31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x</a:t>
            </a:r>
            <a:endParaRPr lang="zh-TW" altLang="en-US" sz="2400" dirty="0"/>
          </a:p>
        </p:txBody>
      </p: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77CA9B4B-0F9E-0B0E-1522-FDBD2645FC56}"/>
              </a:ext>
            </a:extLst>
          </p:cNvPr>
          <p:cNvCxnSpPr>
            <a:cxnSpLocks/>
          </p:cNvCxnSpPr>
          <p:nvPr/>
        </p:nvCxnSpPr>
        <p:spPr>
          <a:xfrm>
            <a:off x="8921982" y="3525755"/>
            <a:ext cx="0" cy="6493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流程圖: 接點 86">
            <a:extLst>
              <a:ext uri="{FF2B5EF4-FFF2-40B4-BE49-F238E27FC236}">
                <a16:creationId xmlns:a16="http://schemas.microsoft.com/office/drawing/2014/main" id="{612B809A-6A2D-180F-9BAC-DAAE57DE4920}"/>
              </a:ext>
            </a:extLst>
          </p:cNvPr>
          <p:cNvSpPr/>
          <p:nvPr/>
        </p:nvSpPr>
        <p:spPr>
          <a:xfrm>
            <a:off x="9709680" y="4253065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DFC4113-9263-B5F4-8A72-AD066DA4A335}"/>
              </a:ext>
            </a:extLst>
          </p:cNvPr>
          <p:cNvSpPr txBox="1"/>
          <p:nvPr/>
        </p:nvSpPr>
        <p:spPr>
          <a:xfrm>
            <a:off x="9576520" y="4306553"/>
            <a:ext cx="31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y</a:t>
            </a:r>
            <a:endParaRPr lang="zh-TW" altLang="en-US" sz="2400" dirty="0"/>
          </a:p>
        </p:txBody>
      </p:sp>
      <p:sp>
        <p:nvSpPr>
          <p:cNvPr id="89" name="流程圖: 接點 88">
            <a:extLst>
              <a:ext uri="{FF2B5EF4-FFF2-40B4-BE49-F238E27FC236}">
                <a16:creationId xmlns:a16="http://schemas.microsoft.com/office/drawing/2014/main" id="{7BEE1654-E467-479E-CF68-74D1139E4098}"/>
              </a:ext>
            </a:extLst>
          </p:cNvPr>
          <p:cNvSpPr/>
          <p:nvPr/>
        </p:nvSpPr>
        <p:spPr>
          <a:xfrm>
            <a:off x="8896582" y="4253065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A28EF053-3A26-F239-A63E-34209FA7B021}"/>
              </a:ext>
            </a:extLst>
          </p:cNvPr>
          <p:cNvCxnSpPr>
            <a:cxnSpLocks/>
          </p:cNvCxnSpPr>
          <p:nvPr/>
        </p:nvCxnSpPr>
        <p:spPr>
          <a:xfrm>
            <a:off x="9735080" y="3525755"/>
            <a:ext cx="0" cy="6493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箭號: 向右 101">
            <a:extLst>
              <a:ext uri="{FF2B5EF4-FFF2-40B4-BE49-F238E27FC236}">
                <a16:creationId xmlns:a16="http://schemas.microsoft.com/office/drawing/2014/main" id="{8B02E2DB-0AAE-0787-815E-267125E91ECF}"/>
              </a:ext>
            </a:extLst>
          </p:cNvPr>
          <p:cNvSpPr/>
          <p:nvPr/>
        </p:nvSpPr>
        <p:spPr>
          <a:xfrm>
            <a:off x="6096000" y="3833577"/>
            <a:ext cx="1173726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1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11EE8-DF34-704E-D684-882BF56F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E438F-D349-E434-C9E5-4D54521A6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2026.4.13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506208-6726-0468-3C10-41BAFAB4A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205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9EDFE5-B49E-02F0-01B4-F6B329876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7.2.6(a)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1CF9057-71C5-819E-929B-75B2288DCF62}"/>
                  </a:ext>
                </a:extLst>
              </p:cNvPr>
              <p:cNvSpPr txBox="1"/>
              <p:nvPr/>
            </p:nvSpPr>
            <p:spPr>
              <a:xfrm>
                <a:off x="838200" y="1805819"/>
                <a:ext cx="26325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/>
                  <a:t>(1) 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/>
                  <a:t>) &gt; 4</a:t>
                </a:r>
                <a:endParaRPr lang="zh-TW" altLang="en-US" sz="3200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1CF9057-71C5-819E-929B-75B2288DC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05819"/>
                <a:ext cx="2632580" cy="584775"/>
              </a:xfrm>
              <a:prstGeom prst="rect">
                <a:avLst/>
              </a:prstGeom>
              <a:blipFill>
                <a:blip r:embed="rId2"/>
                <a:stretch>
                  <a:fillRect l="-6032" t="-12500" r="-5104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8EF8832E-63A6-37AC-90FF-BE8E64CF866C}"/>
              </a:ext>
            </a:extLst>
          </p:cNvPr>
          <p:cNvSpPr txBox="1"/>
          <p:nvPr/>
        </p:nvSpPr>
        <p:spPr>
          <a:xfrm>
            <a:off x="1547278" y="3028170"/>
            <a:ext cx="31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v</a:t>
            </a:r>
            <a:endParaRPr lang="zh-TW" altLang="en-US" sz="2400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D03E6F0A-9778-8ED9-30AF-7977813EF2C6}"/>
              </a:ext>
            </a:extLst>
          </p:cNvPr>
          <p:cNvCxnSpPr>
            <a:cxnSpLocks/>
          </p:cNvCxnSpPr>
          <p:nvPr/>
        </p:nvCxnSpPr>
        <p:spPr>
          <a:xfrm>
            <a:off x="1972201" y="3290741"/>
            <a:ext cx="6482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流程圖: 接點 7">
            <a:extLst>
              <a:ext uri="{FF2B5EF4-FFF2-40B4-BE49-F238E27FC236}">
                <a16:creationId xmlns:a16="http://schemas.microsoft.com/office/drawing/2014/main" id="{940CAE81-7EBA-A061-1024-4FAE5494F577}"/>
              </a:ext>
            </a:extLst>
          </p:cNvPr>
          <p:cNvSpPr/>
          <p:nvPr/>
        </p:nvSpPr>
        <p:spPr>
          <a:xfrm>
            <a:off x="1864398" y="3265341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7A8803-CC9E-7AEC-C1C2-9B7310DF33AC}"/>
                  </a:ext>
                </a:extLst>
              </p:cNvPr>
              <p:cNvSpPr txBox="1"/>
              <p:nvPr/>
            </p:nvSpPr>
            <p:spPr>
              <a:xfrm>
                <a:off x="2071112" y="417575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7A8803-CC9E-7AEC-C1C2-9B7310DF3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112" y="4175757"/>
                <a:ext cx="317120" cy="461665"/>
              </a:xfrm>
              <a:prstGeom prst="rect">
                <a:avLst/>
              </a:prstGeom>
              <a:blipFill>
                <a:blip r:embed="rId3"/>
                <a:stretch>
                  <a:fillRect l="-5769" t="-10526" r="-111538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B180F9BA-240A-5E43-CA5C-21ACFD06F1B9}"/>
              </a:ext>
            </a:extLst>
          </p:cNvPr>
          <p:cNvSpPr/>
          <p:nvPr/>
        </p:nvSpPr>
        <p:spPr>
          <a:xfrm>
            <a:off x="2677496" y="3265341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92B1F23-2B27-A4D1-EFE0-690E0F3A2C0A}"/>
              </a:ext>
            </a:extLst>
          </p:cNvPr>
          <p:cNvCxnSpPr>
            <a:cxnSpLocks/>
          </p:cNvCxnSpPr>
          <p:nvPr/>
        </p:nvCxnSpPr>
        <p:spPr>
          <a:xfrm flipH="1">
            <a:off x="1880660" y="3346306"/>
            <a:ext cx="4985" cy="650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B2CBDDCC-04B2-D551-52E9-2872A253391E}"/>
              </a:ext>
            </a:extLst>
          </p:cNvPr>
          <p:cNvSpPr/>
          <p:nvPr/>
        </p:nvSpPr>
        <p:spPr>
          <a:xfrm>
            <a:off x="1864398" y="4027341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7BE3AC38-D7FF-CD1E-7F59-1F0676D37F3B}"/>
              </a:ext>
            </a:extLst>
          </p:cNvPr>
          <p:cNvCxnSpPr>
            <a:cxnSpLocks/>
          </p:cNvCxnSpPr>
          <p:nvPr/>
        </p:nvCxnSpPr>
        <p:spPr>
          <a:xfrm>
            <a:off x="2700559" y="3346306"/>
            <a:ext cx="2337" cy="6508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流程圖: 接點 13">
            <a:extLst>
              <a:ext uri="{FF2B5EF4-FFF2-40B4-BE49-F238E27FC236}">
                <a16:creationId xmlns:a16="http://schemas.microsoft.com/office/drawing/2014/main" id="{A76E6D2C-BED9-2AE1-65FE-D5C9C276E8C8}"/>
              </a:ext>
            </a:extLst>
          </p:cNvPr>
          <p:cNvSpPr/>
          <p:nvPr/>
        </p:nvSpPr>
        <p:spPr>
          <a:xfrm>
            <a:off x="2677496" y="4029447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D1CF1CA1-7A59-939D-8454-3ABF793729B7}"/>
              </a:ext>
            </a:extLst>
          </p:cNvPr>
          <p:cNvCxnSpPr>
            <a:cxnSpLocks/>
          </p:cNvCxnSpPr>
          <p:nvPr/>
        </p:nvCxnSpPr>
        <p:spPr>
          <a:xfrm>
            <a:off x="1972201" y="4052741"/>
            <a:ext cx="648292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2700418E-578D-04F5-CD43-BDE67B6713F5}"/>
              </a:ext>
            </a:extLst>
          </p:cNvPr>
          <p:cNvCxnSpPr>
            <a:cxnSpLocks/>
          </p:cNvCxnSpPr>
          <p:nvPr/>
        </p:nvCxnSpPr>
        <p:spPr>
          <a:xfrm>
            <a:off x="1927540" y="3331224"/>
            <a:ext cx="720543" cy="6659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258E3DD2-7FD0-97AC-4799-A2E31FA8F1E1}"/>
              </a:ext>
            </a:extLst>
          </p:cNvPr>
          <p:cNvCxnSpPr>
            <a:cxnSpLocks/>
          </p:cNvCxnSpPr>
          <p:nvPr/>
        </p:nvCxnSpPr>
        <p:spPr>
          <a:xfrm flipV="1">
            <a:off x="1927540" y="3331224"/>
            <a:ext cx="720543" cy="69611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73F1DC0-5DAB-B7DF-E520-562D1BDA7A50}"/>
              </a:ext>
            </a:extLst>
          </p:cNvPr>
          <p:cNvSpPr txBox="1"/>
          <p:nvPr/>
        </p:nvSpPr>
        <p:spPr>
          <a:xfrm>
            <a:off x="3894190" y="2437758"/>
            <a:ext cx="31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v</a:t>
            </a:r>
            <a:endParaRPr lang="zh-TW" altLang="en-US" sz="2400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E4880FF6-DFA5-B613-7AEC-DD935579E64B}"/>
              </a:ext>
            </a:extLst>
          </p:cNvPr>
          <p:cNvCxnSpPr>
            <a:cxnSpLocks/>
          </p:cNvCxnSpPr>
          <p:nvPr/>
        </p:nvCxnSpPr>
        <p:spPr>
          <a:xfrm>
            <a:off x="4319113" y="2700329"/>
            <a:ext cx="6482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流程圖: 接點 34">
            <a:extLst>
              <a:ext uri="{FF2B5EF4-FFF2-40B4-BE49-F238E27FC236}">
                <a16:creationId xmlns:a16="http://schemas.microsoft.com/office/drawing/2014/main" id="{D335FA63-902A-C9AE-1A46-242E2AAF6302}"/>
              </a:ext>
            </a:extLst>
          </p:cNvPr>
          <p:cNvSpPr/>
          <p:nvPr/>
        </p:nvSpPr>
        <p:spPr>
          <a:xfrm>
            <a:off x="4211310" y="2674929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sp>
        <p:nvSpPr>
          <p:cNvPr id="36" name="流程圖: 接點 35">
            <a:extLst>
              <a:ext uri="{FF2B5EF4-FFF2-40B4-BE49-F238E27FC236}">
                <a16:creationId xmlns:a16="http://schemas.microsoft.com/office/drawing/2014/main" id="{882AB63D-6C06-27C8-5A2B-EF12ABD9C7F3}"/>
              </a:ext>
            </a:extLst>
          </p:cNvPr>
          <p:cNvSpPr/>
          <p:nvPr/>
        </p:nvSpPr>
        <p:spPr>
          <a:xfrm>
            <a:off x="5024408" y="2674929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F6AFDF02-0752-E7B7-9094-C913DC9D8ABD}"/>
              </a:ext>
            </a:extLst>
          </p:cNvPr>
          <p:cNvCxnSpPr>
            <a:cxnSpLocks/>
          </p:cNvCxnSpPr>
          <p:nvPr/>
        </p:nvCxnSpPr>
        <p:spPr>
          <a:xfrm flipH="1">
            <a:off x="4227572" y="2755894"/>
            <a:ext cx="4985" cy="650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流程圖: 接點 37">
            <a:extLst>
              <a:ext uri="{FF2B5EF4-FFF2-40B4-BE49-F238E27FC236}">
                <a16:creationId xmlns:a16="http://schemas.microsoft.com/office/drawing/2014/main" id="{219A971C-90B3-9118-85F2-E25B7E5F4CF5}"/>
              </a:ext>
            </a:extLst>
          </p:cNvPr>
          <p:cNvSpPr/>
          <p:nvPr/>
        </p:nvSpPr>
        <p:spPr>
          <a:xfrm>
            <a:off x="4211310" y="3436929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sp>
        <p:nvSpPr>
          <p:cNvPr id="40" name="流程圖: 接點 39">
            <a:extLst>
              <a:ext uri="{FF2B5EF4-FFF2-40B4-BE49-F238E27FC236}">
                <a16:creationId xmlns:a16="http://schemas.microsoft.com/office/drawing/2014/main" id="{BA83723C-D819-3404-358E-C3A24DA10D4B}"/>
              </a:ext>
            </a:extLst>
          </p:cNvPr>
          <p:cNvSpPr/>
          <p:nvPr/>
        </p:nvSpPr>
        <p:spPr>
          <a:xfrm>
            <a:off x="5024408" y="3439035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F0840A43-953C-E723-B2E2-7A2DEA6ECC74}"/>
              </a:ext>
            </a:extLst>
          </p:cNvPr>
          <p:cNvCxnSpPr>
            <a:cxnSpLocks/>
          </p:cNvCxnSpPr>
          <p:nvPr/>
        </p:nvCxnSpPr>
        <p:spPr>
          <a:xfrm>
            <a:off x="4274452" y="2740812"/>
            <a:ext cx="720543" cy="6659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D0F30B05-9CDF-0F1B-EE6F-1E6FF1D4E64A}"/>
              </a:ext>
            </a:extLst>
          </p:cNvPr>
          <p:cNvSpPr txBox="1"/>
          <p:nvPr/>
        </p:nvSpPr>
        <p:spPr>
          <a:xfrm>
            <a:off x="3923603" y="4698794"/>
            <a:ext cx="31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v</a:t>
            </a:r>
            <a:endParaRPr lang="zh-TW" altLang="en-US" sz="2400" dirty="0"/>
          </a:p>
        </p:txBody>
      </p:sp>
      <p:sp>
        <p:nvSpPr>
          <p:cNvPr id="57" name="流程圖: 接點 56">
            <a:extLst>
              <a:ext uri="{FF2B5EF4-FFF2-40B4-BE49-F238E27FC236}">
                <a16:creationId xmlns:a16="http://schemas.microsoft.com/office/drawing/2014/main" id="{F35DE8B3-2FC1-EF2C-A82A-449D34D8C566}"/>
              </a:ext>
            </a:extLst>
          </p:cNvPr>
          <p:cNvSpPr/>
          <p:nvPr/>
        </p:nvSpPr>
        <p:spPr>
          <a:xfrm>
            <a:off x="4240723" y="4935965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sp>
        <p:nvSpPr>
          <p:cNvPr id="58" name="流程圖: 接點 57">
            <a:extLst>
              <a:ext uri="{FF2B5EF4-FFF2-40B4-BE49-F238E27FC236}">
                <a16:creationId xmlns:a16="http://schemas.microsoft.com/office/drawing/2014/main" id="{535C007E-CCEA-3C5B-AB8C-09ED1AC1A268}"/>
              </a:ext>
            </a:extLst>
          </p:cNvPr>
          <p:cNvSpPr/>
          <p:nvPr/>
        </p:nvSpPr>
        <p:spPr>
          <a:xfrm>
            <a:off x="5053821" y="4935965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sp>
        <p:nvSpPr>
          <p:cNvPr id="60" name="流程圖: 接點 59">
            <a:extLst>
              <a:ext uri="{FF2B5EF4-FFF2-40B4-BE49-F238E27FC236}">
                <a16:creationId xmlns:a16="http://schemas.microsoft.com/office/drawing/2014/main" id="{6BC54A66-1265-B1DF-3E80-134B2B6F5A3B}"/>
              </a:ext>
            </a:extLst>
          </p:cNvPr>
          <p:cNvSpPr/>
          <p:nvPr/>
        </p:nvSpPr>
        <p:spPr>
          <a:xfrm>
            <a:off x="4240723" y="5697965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47DAA301-F16D-9356-C4D1-06E9A892BB91}"/>
              </a:ext>
            </a:extLst>
          </p:cNvPr>
          <p:cNvCxnSpPr>
            <a:cxnSpLocks/>
          </p:cNvCxnSpPr>
          <p:nvPr/>
        </p:nvCxnSpPr>
        <p:spPr>
          <a:xfrm>
            <a:off x="5076884" y="5016930"/>
            <a:ext cx="2337" cy="6508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流程圖: 接點 61">
            <a:extLst>
              <a:ext uri="{FF2B5EF4-FFF2-40B4-BE49-F238E27FC236}">
                <a16:creationId xmlns:a16="http://schemas.microsoft.com/office/drawing/2014/main" id="{CB69A163-5E5C-395A-CFCB-232F410EEB3D}"/>
              </a:ext>
            </a:extLst>
          </p:cNvPr>
          <p:cNvSpPr/>
          <p:nvPr/>
        </p:nvSpPr>
        <p:spPr>
          <a:xfrm>
            <a:off x="5053821" y="5700071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A9AF4601-6E92-0BD7-FAAF-395598C0CADD}"/>
              </a:ext>
            </a:extLst>
          </p:cNvPr>
          <p:cNvCxnSpPr>
            <a:cxnSpLocks/>
          </p:cNvCxnSpPr>
          <p:nvPr/>
        </p:nvCxnSpPr>
        <p:spPr>
          <a:xfrm>
            <a:off x="4348526" y="5723365"/>
            <a:ext cx="648292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C39F1B4F-58B5-F55F-E847-995FA6FFE3D6}"/>
              </a:ext>
            </a:extLst>
          </p:cNvPr>
          <p:cNvCxnSpPr>
            <a:cxnSpLocks/>
          </p:cNvCxnSpPr>
          <p:nvPr/>
        </p:nvCxnSpPr>
        <p:spPr>
          <a:xfrm flipV="1">
            <a:off x="4303865" y="5001848"/>
            <a:ext cx="720543" cy="69611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13F3D715-B766-05DB-A695-5227B55A7DFE}"/>
              </a:ext>
            </a:extLst>
          </p:cNvPr>
          <p:cNvSpPr txBox="1"/>
          <p:nvPr/>
        </p:nvSpPr>
        <p:spPr>
          <a:xfrm>
            <a:off x="5960453" y="2676070"/>
            <a:ext cx="31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v</a:t>
            </a:r>
            <a:endParaRPr lang="zh-TW" altLang="en-US" sz="2400" dirty="0"/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6CDD8D2E-466F-523A-4383-37A45DBDF5B6}"/>
              </a:ext>
            </a:extLst>
          </p:cNvPr>
          <p:cNvCxnSpPr>
            <a:cxnSpLocks/>
          </p:cNvCxnSpPr>
          <p:nvPr/>
        </p:nvCxnSpPr>
        <p:spPr>
          <a:xfrm flipV="1">
            <a:off x="6358833" y="2595001"/>
            <a:ext cx="648292" cy="2928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流程圖: 接點 78">
            <a:extLst>
              <a:ext uri="{FF2B5EF4-FFF2-40B4-BE49-F238E27FC236}">
                <a16:creationId xmlns:a16="http://schemas.microsoft.com/office/drawing/2014/main" id="{7E3D932F-06D0-D490-A0E5-5A85E876BA81}"/>
              </a:ext>
            </a:extLst>
          </p:cNvPr>
          <p:cNvSpPr/>
          <p:nvPr/>
        </p:nvSpPr>
        <p:spPr>
          <a:xfrm>
            <a:off x="6268473" y="2878509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sp>
        <p:nvSpPr>
          <p:cNvPr id="80" name="流程圖: 接點 79">
            <a:extLst>
              <a:ext uri="{FF2B5EF4-FFF2-40B4-BE49-F238E27FC236}">
                <a16:creationId xmlns:a16="http://schemas.microsoft.com/office/drawing/2014/main" id="{06B40F60-F343-EB34-782E-D21AA8BB668F}"/>
              </a:ext>
            </a:extLst>
          </p:cNvPr>
          <p:cNvSpPr/>
          <p:nvPr/>
        </p:nvSpPr>
        <p:spPr>
          <a:xfrm>
            <a:off x="7071411" y="2548152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5EFB684D-B5DD-8964-309E-CC8682716D8D}"/>
              </a:ext>
            </a:extLst>
          </p:cNvPr>
          <p:cNvCxnSpPr>
            <a:cxnSpLocks/>
          </p:cNvCxnSpPr>
          <p:nvPr/>
        </p:nvCxnSpPr>
        <p:spPr>
          <a:xfrm>
            <a:off x="6348050" y="2957622"/>
            <a:ext cx="681661" cy="3773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流程圖: 接點 81">
            <a:extLst>
              <a:ext uri="{FF2B5EF4-FFF2-40B4-BE49-F238E27FC236}">
                <a16:creationId xmlns:a16="http://schemas.microsoft.com/office/drawing/2014/main" id="{F1C7C54D-E93E-917F-7C4F-B6B97962D05B}"/>
              </a:ext>
            </a:extLst>
          </p:cNvPr>
          <p:cNvSpPr/>
          <p:nvPr/>
        </p:nvSpPr>
        <p:spPr>
          <a:xfrm>
            <a:off x="7071411" y="2914757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sp>
        <p:nvSpPr>
          <p:cNvPr id="83" name="流程圖: 接點 82">
            <a:extLst>
              <a:ext uri="{FF2B5EF4-FFF2-40B4-BE49-F238E27FC236}">
                <a16:creationId xmlns:a16="http://schemas.microsoft.com/office/drawing/2014/main" id="{C7B05EC9-BF23-6FF9-AC37-AC7630B7B712}"/>
              </a:ext>
            </a:extLst>
          </p:cNvPr>
          <p:cNvSpPr/>
          <p:nvPr/>
        </p:nvSpPr>
        <p:spPr>
          <a:xfrm>
            <a:off x="7071411" y="3334966"/>
            <a:ext cx="50800" cy="508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CB82AACB-44BD-A06C-76D3-9B25FD813ECB}"/>
              </a:ext>
            </a:extLst>
          </p:cNvPr>
          <p:cNvCxnSpPr>
            <a:cxnSpLocks/>
          </p:cNvCxnSpPr>
          <p:nvPr/>
        </p:nvCxnSpPr>
        <p:spPr>
          <a:xfrm>
            <a:off x="6365550" y="2929991"/>
            <a:ext cx="651048" cy="101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5AA7AA5A-ECE9-33E9-2022-C534F785C00B}"/>
                  </a:ext>
                </a:extLst>
              </p:cNvPr>
              <p:cNvSpPr txBox="1"/>
              <p:nvPr/>
            </p:nvSpPr>
            <p:spPr>
              <a:xfrm>
                <a:off x="6437171" y="3406764"/>
                <a:ext cx="317120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5AA7AA5A-ECE9-33E9-2022-C534F785C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171" y="3406764"/>
                <a:ext cx="317120" cy="477888"/>
              </a:xfrm>
              <a:prstGeom prst="rect">
                <a:avLst/>
              </a:prstGeom>
              <a:blipFill>
                <a:blip r:embed="rId4"/>
                <a:stretch>
                  <a:fillRect l="-5769" t="-11538" r="-165385" b="-243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DED1E587-710C-87BB-D5A3-E7CAEBA68031}"/>
                  </a:ext>
                </a:extLst>
              </p:cNvPr>
              <p:cNvSpPr txBox="1"/>
              <p:nvPr/>
            </p:nvSpPr>
            <p:spPr>
              <a:xfrm>
                <a:off x="5537621" y="2800376"/>
                <a:ext cx="219612" cy="276999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DED1E587-710C-87BB-D5A3-E7CAEBA68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621" y="2800376"/>
                <a:ext cx="219612" cy="276999"/>
              </a:xfrm>
              <a:prstGeom prst="rect">
                <a:avLst/>
              </a:prstGeom>
              <a:blipFill>
                <a:blip r:embed="rId5"/>
                <a:stretch>
                  <a:fillRect l="-13158" r="-13158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320F0942-384D-9DCF-9520-4C38D7ED1B4A}"/>
              </a:ext>
            </a:extLst>
          </p:cNvPr>
          <p:cNvCxnSpPr>
            <a:cxnSpLocks/>
          </p:cNvCxnSpPr>
          <p:nvPr/>
        </p:nvCxnSpPr>
        <p:spPr>
          <a:xfrm flipV="1">
            <a:off x="3178217" y="3185255"/>
            <a:ext cx="586063" cy="44560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B86D2D90-9173-A240-982B-A83D4249E949}"/>
              </a:ext>
            </a:extLst>
          </p:cNvPr>
          <p:cNvCxnSpPr>
            <a:cxnSpLocks/>
          </p:cNvCxnSpPr>
          <p:nvPr/>
        </p:nvCxnSpPr>
        <p:spPr>
          <a:xfrm>
            <a:off x="3178217" y="3945586"/>
            <a:ext cx="516694" cy="60350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0095641C-8B79-5C13-CC1F-B432467FE2BC}"/>
                  </a:ext>
                </a:extLst>
              </p:cNvPr>
              <p:cNvSpPr txBox="1"/>
              <p:nvPr/>
            </p:nvSpPr>
            <p:spPr>
              <a:xfrm>
                <a:off x="7762614" y="5049623"/>
                <a:ext cx="3247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使得既無紅色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也</m:t>
                    </m:r>
                    <m:r>
                      <m:rPr>
                        <m:nor/>
                      </m:rPr>
                      <a:rPr lang="zh-TW" altLang="en-US" dirty="0"/>
                      <m:t>無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藍</m:t>
                    </m:r>
                    <m:r>
                      <m:rPr>
                        <m:nor/>
                      </m:rPr>
                      <a:rPr lang="zh-TW" altLang="en-US" dirty="0"/>
                      <m:t>色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0095641C-8B79-5C13-CC1F-B432467FE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614" y="5049623"/>
                <a:ext cx="3247427" cy="369332"/>
              </a:xfrm>
              <a:prstGeom prst="rect">
                <a:avLst/>
              </a:prstGeom>
              <a:blipFill>
                <a:blip r:embed="rId6"/>
                <a:stretch>
                  <a:fillRect l="-1501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文字方塊 97">
            <a:extLst>
              <a:ext uri="{FF2B5EF4-FFF2-40B4-BE49-F238E27FC236}">
                <a16:creationId xmlns:a16="http://schemas.microsoft.com/office/drawing/2014/main" id="{2639DB39-E3E0-80C5-2897-EEDD20736BB3}"/>
              </a:ext>
            </a:extLst>
          </p:cNvPr>
          <p:cNvSpPr txBox="1"/>
          <p:nvPr/>
        </p:nvSpPr>
        <p:spPr>
          <a:xfrm>
            <a:off x="7762614" y="4654891"/>
            <a:ext cx="2358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存在 </a:t>
            </a:r>
            <a:r>
              <a:rPr lang="en-US" altLang="zh-TW" dirty="0"/>
              <a:t>2-edge </a:t>
            </a:r>
            <a:r>
              <a:rPr lang="en-US" altLang="zh-TW" dirty="0" err="1"/>
              <a:t>colouring</a:t>
            </a:r>
            <a:endParaRPr lang="zh-TW" altLang="en-US" dirty="0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C888EB36-B20B-1F50-8520-687183F5C0C3}"/>
              </a:ext>
            </a:extLst>
          </p:cNvPr>
          <p:cNvSpPr txBox="1"/>
          <p:nvPr/>
        </p:nvSpPr>
        <p:spPr>
          <a:xfrm>
            <a:off x="3931540" y="4433163"/>
            <a:ext cx="1606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Isolation point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166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73B93-94F9-EDF4-9B7E-D857CB86F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79F5F-87D5-51BE-4429-3D28B9E0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7.2.6(a)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C924A66-E16F-38A2-4411-CAD61A5546BA}"/>
              </a:ext>
            </a:extLst>
          </p:cNvPr>
          <p:cNvSpPr txBox="1"/>
          <p:nvPr/>
        </p:nvSpPr>
        <p:spPr>
          <a:xfrm>
            <a:off x="727751" y="1733982"/>
            <a:ext cx="395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(case 1)</a:t>
            </a:r>
            <a:r>
              <a:rPr lang="zh-TW" altLang="en-US" sz="3200" dirty="0"/>
              <a:t> </a:t>
            </a:r>
            <a:r>
              <a:rPr lang="en-US" altLang="zh-TW" sz="3200" dirty="0"/>
              <a:t>v </a:t>
            </a:r>
            <a:r>
              <a:rPr lang="zh-TW" altLang="en-US" sz="3200" dirty="0"/>
              <a:t>有 </a:t>
            </a:r>
            <a:r>
              <a:rPr lang="en-US" altLang="zh-TW" sz="3200" dirty="0"/>
              <a:t>4 </a:t>
            </a:r>
            <a:r>
              <a:rPr lang="zh-TW" altLang="en-US" sz="3200" dirty="0"/>
              <a:t>條紅邊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7AA0B16-669C-98DC-D9A3-D4C5ACC2A14F}"/>
                  </a:ext>
                </a:extLst>
              </p:cNvPr>
              <p:cNvSpPr txBox="1"/>
              <p:nvPr/>
            </p:nvSpPr>
            <p:spPr>
              <a:xfrm>
                <a:off x="6496251" y="735518"/>
                <a:ext cx="272074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/>
                  <a:t>(2) 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/>
                  <a:t>) 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sz="3200" dirty="0"/>
                  <a:t> 5</a:t>
                </a:r>
                <a:endParaRPr lang="zh-TW" altLang="en-US" sz="32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7AA0B16-669C-98DC-D9A3-D4C5ACC2A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251" y="735518"/>
                <a:ext cx="2720745" cy="584775"/>
              </a:xfrm>
              <a:prstGeom prst="rect">
                <a:avLst/>
              </a:prstGeom>
              <a:blipFill>
                <a:blip r:embed="rId2"/>
                <a:stretch>
                  <a:fillRect l="-5830" t="-12500" r="-4933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D83CA2A6-7B73-9BD3-05DD-BED32C7734E9}"/>
              </a:ext>
            </a:extLst>
          </p:cNvPr>
          <p:cNvCxnSpPr>
            <a:cxnSpLocks/>
          </p:cNvCxnSpPr>
          <p:nvPr/>
        </p:nvCxnSpPr>
        <p:spPr>
          <a:xfrm flipH="1">
            <a:off x="6928916" y="3136433"/>
            <a:ext cx="317206" cy="83814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46CFDF2-458D-5AB3-4888-42054CC6AC53}"/>
              </a:ext>
            </a:extLst>
          </p:cNvPr>
          <p:cNvCxnSpPr>
            <a:cxnSpLocks/>
          </p:cNvCxnSpPr>
          <p:nvPr/>
        </p:nvCxnSpPr>
        <p:spPr>
          <a:xfrm flipV="1">
            <a:off x="6951134" y="3524271"/>
            <a:ext cx="785049" cy="47221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CCABDF9-62B3-A8E1-7C4B-C03B8912827B}"/>
              </a:ext>
            </a:extLst>
          </p:cNvPr>
          <p:cNvCxnSpPr>
            <a:cxnSpLocks/>
          </p:cNvCxnSpPr>
          <p:nvPr/>
        </p:nvCxnSpPr>
        <p:spPr>
          <a:xfrm flipH="1" flipV="1">
            <a:off x="7275280" y="3163196"/>
            <a:ext cx="254276" cy="80914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9052F690-C9C7-DDDC-61CF-15726481BA45}"/>
              </a:ext>
            </a:extLst>
          </p:cNvPr>
          <p:cNvGrpSpPr/>
          <p:nvPr/>
        </p:nvGrpSpPr>
        <p:grpSpPr>
          <a:xfrm>
            <a:off x="712077" y="2558342"/>
            <a:ext cx="1894162" cy="2227653"/>
            <a:chOff x="1266335" y="2630400"/>
            <a:chExt cx="1894162" cy="2227653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0E6E42EE-36D2-7C19-3888-4AF052D7777B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C883BC90-2056-FB94-DC28-FFADD03814CC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5" name="直線接點 4">
                <a:extLst>
                  <a:ext uri="{FF2B5EF4-FFF2-40B4-BE49-F238E27FC236}">
                    <a16:creationId xmlns:a16="http://schemas.microsoft.com/office/drawing/2014/main" id="{BFEC34E7-57E2-AA67-756D-83311CFEAE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流程圖: 接點 5">
                <a:extLst>
                  <a:ext uri="{FF2B5EF4-FFF2-40B4-BE49-F238E27FC236}">
                    <a16:creationId xmlns:a16="http://schemas.microsoft.com/office/drawing/2014/main" id="{7CBC7AFF-4C32-0987-935D-EADC7AE7F2FD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0C7EEAF0-B8B1-EDD3-CFA7-14F34976E2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0C7EEAF0-B8B1-EDD3-CFA7-14F34976E2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46" t="-10526" r="-113462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流程圖: 接點 7">
                <a:extLst>
                  <a:ext uri="{FF2B5EF4-FFF2-40B4-BE49-F238E27FC236}">
                    <a16:creationId xmlns:a16="http://schemas.microsoft.com/office/drawing/2014/main" id="{6A2C526D-166E-7730-0E62-89941F9AF2EF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36FC108E-B9B4-B7F5-6298-C92E941585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流程圖: 接點 9">
                <a:extLst>
                  <a:ext uri="{FF2B5EF4-FFF2-40B4-BE49-F238E27FC236}">
                    <a16:creationId xmlns:a16="http://schemas.microsoft.com/office/drawing/2014/main" id="{46EF45F5-A65C-670D-40FB-E727A7A7F770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2" name="流程圖: 接點 11">
                <a:extLst>
                  <a:ext uri="{FF2B5EF4-FFF2-40B4-BE49-F238E27FC236}">
                    <a16:creationId xmlns:a16="http://schemas.microsoft.com/office/drawing/2014/main" id="{70A03934-3C8C-5F8C-C2B6-540862C8E1E1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0BF23B69-F713-862C-573B-C85E8D9246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流程圖: 接點 15">
                <a:extLst>
                  <a:ext uri="{FF2B5EF4-FFF2-40B4-BE49-F238E27FC236}">
                    <a16:creationId xmlns:a16="http://schemas.microsoft.com/office/drawing/2014/main" id="{4806EF3C-4DEC-5D5C-471F-A119E50B8271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886C296-8445-D9DA-6BCF-317859C68CDD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9DDF5CB-D324-5549-4297-96CB76D0CD38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927461D-249E-8DEA-CD9D-2D7C22DE3FB1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7B7D1D9-7C0F-49FD-9E5A-06657E93CC9C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91DD5545-03F3-8561-B4D0-260D044E60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9F823CC-46C7-7B01-5908-B1BD5EA1500A}"/>
              </a:ext>
            </a:extLst>
          </p:cNvPr>
          <p:cNvGrpSpPr/>
          <p:nvPr/>
        </p:nvGrpSpPr>
        <p:grpSpPr>
          <a:xfrm>
            <a:off x="3324283" y="2640965"/>
            <a:ext cx="1894162" cy="2227653"/>
            <a:chOff x="1266335" y="2630400"/>
            <a:chExt cx="1894162" cy="2227653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DEC06F66-2F02-A15B-4F60-FB294164746D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7171D7A9-9735-B907-6A4D-EC276DC5CD53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BDBB3C5C-4F11-39E4-D334-6C5DAE2DE5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流程圖: 接點 36">
                <a:extLst>
                  <a:ext uri="{FF2B5EF4-FFF2-40B4-BE49-F238E27FC236}">
                    <a16:creationId xmlns:a16="http://schemas.microsoft.com/office/drawing/2014/main" id="{F1DEA57E-3554-5F4F-C6D1-544D132960F2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A132A41A-C566-F6F5-FE08-37D3B8389552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A132A41A-C566-F6F5-FE08-37D3B83895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769" t="-10526" r="-111538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流程圖: 接點 38">
                <a:extLst>
                  <a:ext uri="{FF2B5EF4-FFF2-40B4-BE49-F238E27FC236}">
                    <a16:creationId xmlns:a16="http://schemas.microsoft.com/office/drawing/2014/main" id="{C0B01FAD-5E0D-53FF-399C-CC7E575FFA44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C3C7DA4C-FB26-E746-0271-B40F286844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流程圖: 接點 40">
                <a:extLst>
                  <a:ext uri="{FF2B5EF4-FFF2-40B4-BE49-F238E27FC236}">
                    <a16:creationId xmlns:a16="http://schemas.microsoft.com/office/drawing/2014/main" id="{9A0E10AA-ADE3-F924-60F7-5ABD686B0DEA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2" name="流程圖: 接點 41">
                <a:extLst>
                  <a:ext uri="{FF2B5EF4-FFF2-40B4-BE49-F238E27FC236}">
                    <a16:creationId xmlns:a16="http://schemas.microsoft.com/office/drawing/2014/main" id="{DCBA25F9-D1A5-4006-0BE9-5E9499C593E1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771CB8CA-62CB-20B9-4D4B-30D9C5FB3C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流程圖: 接點 43">
                <a:extLst>
                  <a:ext uri="{FF2B5EF4-FFF2-40B4-BE49-F238E27FC236}">
                    <a16:creationId xmlns:a16="http://schemas.microsoft.com/office/drawing/2014/main" id="{1CD70957-243F-86C3-A9D7-CD2DEC742CD1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08442F4D-E354-A177-5174-CE76ECD40BFD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C34D246A-DA1D-DE44-792C-37868FB5E027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843AA68-ACB2-9D46-BE84-78C6CA9DB7B6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F8F7FDDF-4AD3-0815-6C38-6F80FBB59B63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F89EF0A4-5E3F-FC5F-A483-F5C87C84AB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E916908E-9F8D-6261-8D2E-9305DA1E5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2715AF73-7A47-49B6-2F81-3B66380515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AF6BC31E-F4E6-2A0A-C377-4EC998F365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44751" y="4052741"/>
                <a:ext cx="552081" cy="254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424E25F-FCDA-75F7-21F7-047528DA8293}"/>
                  </a:ext>
                </a:extLst>
              </p:cNvPr>
              <p:cNvSpPr txBox="1"/>
              <p:nvPr/>
            </p:nvSpPr>
            <p:spPr>
              <a:xfrm>
                <a:off x="3106520" y="5027118"/>
                <a:ext cx="251364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假如 </a:t>
                </a:r>
                <a:r>
                  <a:rPr lang="en-US" altLang="zh-TW" dirty="0"/>
                  <a:t>ab, </a:t>
                </a:r>
                <a:r>
                  <a:rPr lang="en-US" altLang="zh-TW" dirty="0" err="1"/>
                  <a:t>bc</a:t>
                </a:r>
                <a:r>
                  <a:rPr lang="en-US" altLang="zh-TW" dirty="0"/>
                  <a:t>, cd </a:t>
                </a:r>
                <a:r>
                  <a:rPr lang="zh-TW" altLang="en-US" dirty="0"/>
                  <a:t>為紅邊，就會有 </a:t>
                </a:r>
                <a:r>
                  <a:rPr lang="en-US" altLang="zh-TW" dirty="0"/>
                  <a:t>c-v-a-b </a:t>
                </a:r>
                <a:r>
                  <a:rPr lang="zh-TW" altLang="en-US" dirty="0"/>
                  <a:t>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所以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 err="1"/>
                  <a:t>a,b,c,d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之間不能有紅邊 </a:t>
                </a:r>
              </a:p>
            </p:txBody>
          </p:sp>
        </mc:Choice>
        <mc:Fallback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424E25F-FCDA-75F7-21F7-047528DA8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520" y="5027118"/>
                <a:ext cx="2513646" cy="1200329"/>
              </a:xfrm>
              <a:prstGeom prst="rect">
                <a:avLst/>
              </a:prstGeom>
              <a:blipFill>
                <a:blip r:embed="rId5"/>
                <a:stretch>
                  <a:fillRect l="-2184" t="-3046" r="-5583" b="-71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2FF3AD2A-947D-EA0A-69EF-485D51152685}"/>
                  </a:ext>
                </a:extLst>
              </p:cNvPr>
              <p:cNvSpPr txBox="1"/>
              <p:nvPr/>
            </p:nvSpPr>
            <p:spPr>
              <a:xfrm>
                <a:off x="6213549" y="5027118"/>
                <a:ext cx="25136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(</a:t>
                </a:r>
                <a:r>
                  <a:rPr lang="en-US" altLang="zh-TW" dirty="0" err="1"/>
                  <a:t>a,b,c,d</a:t>
                </a:r>
                <a:r>
                  <a:rPr lang="en-US" altLang="zh-TW" dirty="0"/>
                  <a:t>) </a:t>
                </a:r>
                <a:r>
                  <a:rPr lang="zh-TW" altLang="en-US" dirty="0"/>
                  <a:t>之間 </a:t>
                </a:r>
                <a:r>
                  <a:rPr lang="en-US" altLang="zh-TW" dirty="0"/>
                  <a:t>6 </a:t>
                </a:r>
                <a:r>
                  <a:rPr lang="zh-TW" altLang="en-US" dirty="0"/>
                  <a:t>條邊全為藍，而且藍色子圖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en-US" dirty="0"/>
                  <a:t>含有藍色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2FF3AD2A-947D-EA0A-69EF-485D51152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549" y="5027118"/>
                <a:ext cx="2513646" cy="923330"/>
              </a:xfrm>
              <a:prstGeom prst="rect">
                <a:avLst/>
              </a:prstGeom>
              <a:blipFill>
                <a:blip r:embed="rId6"/>
                <a:stretch>
                  <a:fillRect l="-1937" t="-3974" b="-99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群組 60">
            <a:extLst>
              <a:ext uri="{FF2B5EF4-FFF2-40B4-BE49-F238E27FC236}">
                <a16:creationId xmlns:a16="http://schemas.microsoft.com/office/drawing/2014/main" id="{6E318DE3-BBF8-7CD8-BD12-7BC93C5A5280}"/>
              </a:ext>
            </a:extLst>
          </p:cNvPr>
          <p:cNvGrpSpPr/>
          <p:nvPr/>
        </p:nvGrpSpPr>
        <p:grpSpPr>
          <a:xfrm>
            <a:off x="6268232" y="2607227"/>
            <a:ext cx="1894162" cy="2227653"/>
            <a:chOff x="1266335" y="2630400"/>
            <a:chExt cx="1894162" cy="2227653"/>
          </a:xfrm>
        </p:grpSpPr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9056B10D-71F3-FF91-0F0C-F67C516B97A9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F11517E3-B1EE-CBFC-F571-28ACF199562E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9E0C3782-43A6-32D1-5C34-509D75C751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流程圖: 接點 64">
                <a:extLst>
                  <a:ext uri="{FF2B5EF4-FFF2-40B4-BE49-F238E27FC236}">
                    <a16:creationId xmlns:a16="http://schemas.microsoft.com/office/drawing/2014/main" id="{9DB5FF5F-3F89-4DA8-442C-6FD32CF919B9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3D902FB0-F3F2-ECE1-D0F4-5C37A98BFEDE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3D902FB0-F3F2-ECE1-D0F4-5C37A98BFE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769" t="-10526" r="-111538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流程圖: 接點 66">
                <a:extLst>
                  <a:ext uri="{FF2B5EF4-FFF2-40B4-BE49-F238E27FC236}">
                    <a16:creationId xmlns:a16="http://schemas.microsoft.com/office/drawing/2014/main" id="{602A7655-E1A2-0FFC-E862-0F142BAD57E7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6DB990DF-75A0-61A2-68B0-D9FABFA21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流程圖: 接點 68">
                <a:extLst>
                  <a:ext uri="{FF2B5EF4-FFF2-40B4-BE49-F238E27FC236}">
                    <a16:creationId xmlns:a16="http://schemas.microsoft.com/office/drawing/2014/main" id="{F4A7ADBE-25AA-8330-343A-816913010568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70" name="流程圖: 接點 69">
                <a:extLst>
                  <a:ext uri="{FF2B5EF4-FFF2-40B4-BE49-F238E27FC236}">
                    <a16:creationId xmlns:a16="http://schemas.microsoft.com/office/drawing/2014/main" id="{B7A7DDFA-A6F8-3540-D730-AC431CF2C8C4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B8964245-E30C-1D5D-18BE-9116D2E0A4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流程圖: 接點 71">
                <a:extLst>
                  <a:ext uri="{FF2B5EF4-FFF2-40B4-BE49-F238E27FC236}">
                    <a16:creationId xmlns:a16="http://schemas.microsoft.com/office/drawing/2014/main" id="{27E1806D-26C2-68C0-2471-EF1A12A2F3F4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9D47CC69-D6FA-0ADF-D509-FC8234534B16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AEFB1275-E11E-416B-E5F6-E857E093B972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0AE51B23-006B-77DC-B78A-D9382D8BF747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21B2DE4B-7B36-FE6D-7B7F-C28648EDFDE4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837DEF5E-78A0-01E5-46B4-E1F1A4F378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FAE66707-52C9-811A-931A-0D6AEDE79F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4B2E906B-3158-2712-C340-82E19C62E2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4F565A01-11C5-5A79-1780-980E0081F9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44751" y="4052741"/>
                <a:ext cx="552081" cy="25400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70002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3E78D-9912-4DC8-A24F-08C7CF1A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62FCFF-5CC4-BBFB-9A88-9326B3228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7.2.6(a)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D41B09E-B498-189F-3FB2-E5B0E3D36CB7}"/>
              </a:ext>
            </a:extLst>
          </p:cNvPr>
          <p:cNvSpPr txBox="1"/>
          <p:nvPr/>
        </p:nvSpPr>
        <p:spPr>
          <a:xfrm>
            <a:off x="727751" y="1733982"/>
            <a:ext cx="395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(case 2)</a:t>
            </a:r>
            <a:r>
              <a:rPr lang="zh-TW" altLang="en-US" sz="3200" dirty="0"/>
              <a:t> </a:t>
            </a:r>
            <a:r>
              <a:rPr lang="en-US" altLang="zh-TW" sz="3200" dirty="0"/>
              <a:t>v </a:t>
            </a:r>
            <a:r>
              <a:rPr lang="zh-TW" altLang="en-US" sz="3200" dirty="0"/>
              <a:t>有 </a:t>
            </a:r>
            <a:r>
              <a:rPr lang="en-US" altLang="zh-TW" sz="3200" dirty="0"/>
              <a:t>3 </a:t>
            </a:r>
            <a:r>
              <a:rPr lang="zh-TW" altLang="en-US" sz="3200" dirty="0"/>
              <a:t>條紅邊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50C16BF-620F-16C5-A5D1-3403EF3C0CFD}"/>
                  </a:ext>
                </a:extLst>
              </p:cNvPr>
              <p:cNvSpPr txBox="1"/>
              <p:nvPr/>
            </p:nvSpPr>
            <p:spPr>
              <a:xfrm>
                <a:off x="4352264" y="190074"/>
                <a:ext cx="272074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/>
                  <a:t>(2) 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/>
                  <a:t>) 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sz="3200" dirty="0"/>
                  <a:t> 5</a:t>
                </a:r>
                <a:endParaRPr lang="zh-TW" altLang="en-US" sz="32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50C16BF-620F-16C5-A5D1-3403EF3C0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264" y="190074"/>
                <a:ext cx="2720745" cy="584775"/>
              </a:xfrm>
              <a:prstGeom prst="rect">
                <a:avLst/>
              </a:prstGeom>
              <a:blipFill>
                <a:blip r:embed="rId2"/>
                <a:stretch>
                  <a:fillRect l="-5830" t="-12500" r="-4933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BF9E6094-E45F-5A2F-333D-414504ADE13D}"/>
              </a:ext>
            </a:extLst>
          </p:cNvPr>
          <p:cNvCxnSpPr>
            <a:cxnSpLocks/>
          </p:cNvCxnSpPr>
          <p:nvPr/>
        </p:nvCxnSpPr>
        <p:spPr>
          <a:xfrm flipH="1" flipV="1">
            <a:off x="7275280" y="3163196"/>
            <a:ext cx="254276" cy="80914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D10BF87E-AFC9-BDAB-7FD2-BEB6068B1F23}"/>
              </a:ext>
            </a:extLst>
          </p:cNvPr>
          <p:cNvGrpSpPr/>
          <p:nvPr/>
        </p:nvGrpSpPr>
        <p:grpSpPr>
          <a:xfrm>
            <a:off x="712077" y="2558342"/>
            <a:ext cx="1894162" cy="2227653"/>
            <a:chOff x="1266335" y="2630400"/>
            <a:chExt cx="1894162" cy="2227653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643969FC-1157-5AA4-D7B7-E36996EA4351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2E1E51F2-B5C4-33C2-B563-571D1F353593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5" name="直線接點 4">
                <a:extLst>
                  <a:ext uri="{FF2B5EF4-FFF2-40B4-BE49-F238E27FC236}">
                    <a16:creationId xmlns:a16="http://schemas.microsoft.com/office/drawing/2014/main" id="{55C5213D-A9AA-2A34-4B37-4B9279BC83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流程圖: 接點 5">
                <a:extLst>
                  <a:ext uri="{FF2B5EF4-FFF2-40B4-BE49-F238E27FC236}">
                    <a16:creationId xmlns:a16="http://schemas.microsoft.com/office/drawing/2014/main" id="{69C65A4D-3F18-1912-1901-04BC0BA2ADF4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17A362B1-73B5-34DC-9734-232BBED38D02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17A362B1-73B5-34DC-9734-232BBED38D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46" r="-538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流程圖: 接點 7">
                <a:extLst>
                  <a:ext uri="{FF2B5EF4-FFF2-40B4-BE49-F238E27FC236}">
                    <a16:creationId xmlns:a16="http://schemas.microsoft.com/office/drawing/2014/main" id="{6F337D34-C1F7-EDC1-12F6-0F8E6B9A599A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C088E58C-73D4-B2EB-3905-7C2055EA3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流程圖: 接點 9">
                <a:extLst>
                  <a:ext uri="{FF2B5EF4-FFF2-40B4-BE49-F238E27FC236}">
                    <a16:creationId xmlns:a16="http://schemas.microsoft.com/office/drawing/2014/main" id="{FDF70920-212D-6522-C474-11D520BECC6E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2" name="流程圖: 接點 11">
                <a:extLst>
                  <a:ext uri="{FF2B5EF4-FFF2-40B4-BE49-F238E27FC236}">
                    <a16:creationId xmlns:a16="http://schemas.microsoft.com/office/drawing/2014/main" id="{E6F831FD-7960-14CF-A0C2-00F846F1AE2C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6C98B245-BFA6-ACB8-E65C-EA465D7BB9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流程圖: 接點 15">
                <a:extLst>
                  <a:ext uri="{FF2B5EF4-FFF2-40B4-BE49-F238E27FC236}">
                    <a16:creationId xmlns:a16="http://schemas.microsoft.com/office/drawing/2014/main" id="{EB340E9C-9A6A-FE1C-E1E0-B9371EC8B5DE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7022A87-EE44-2C06-29FA-4715CA3B7207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BCAE1E6C-E0F2-9886-7D25-9BC6E7A9BA5D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6BA5369-8FC1-B6DD-145D-09A79DCBF803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BDB482F-B4B9-3579-7FF4-8FAF7001A93E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D03CBA52-2E55-8F30-8867-E10F39C73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D337748F-01A7-8B5C-3179-F9D8D7C9D556}"/>
              </a:ext>
            </a:extLst>
          </p:cNvPr>
          <p:cNvGrpSpPr/>
          <p:nvPr/>
        </p:nvGrpSpPr>
        <p:grpSpPr>
          <a:xfrm>
            <a:off x="3324283" y="2640965"/>
            <a:ext cx="1894162" cy="2227653"/>
            <a:chOff x="1266335" y="2630400"/>
            <a:chExt cx="1894162" cy="2227653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94032929-FB9F-D01F-83BA-7266DFBD9393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0E33A0B6-30BD-68E7-4D54-1D239BED600A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D03CBC63-657F-9441-C3BA-BC031ABE62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流程圖: 接點 36">
                <a:extLst>
                  <a:ext uri="{FF2B5EF4-FFF2-40B4-BE49-F238E27FC236}">
                    <a16:creationId xmlns:a16="http://schemas.microsoft.com/office/drawing/2014/main" id="{B435D8E0-98A4-F48A-3007-521A06E0F1C6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42F2BACD-2B14-8FDD-F25D-73C4B052FB31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42F2BACD-2B14-8FDD-F25D-73C4B052FB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769" r="-5192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流程圖: 接點 38">
                <a:extLst>
                  <a:ext uri="{FF2B5EF4-FFF2-40B4-BE49-F238E27FC236}">
                    <a16:creationId xmlns:a16="http://schemas.microsoft.com/office/drawing/2014/main" id="{A4376E25-AC12-C931-4DCD-7D7BC49122C4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90F46054-8900-2FAC-19A1-CCE77EB306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流程圖: 接點 40">
                <a:extLst>
                  <a:ext uri="{FF2B5EF4-FFF2-40B4-BE49-F238E27FC236}">
                    <a16:creationId xmlns:a16="http://schemas.microsoft.com/office/drawing/2014/main" id="{31596933-49EB-D57E-D546-90E45326A0A7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2" name="流程圖: 接點 41">
                <a:extLst>
                  <a:ext uri="{FF2B5EF4-FFF2-40B4-BE49-F238E27FC236}">
                    <a16:creationId xmlns:a16="http://schemas.microsoft.com/office/drawing/2014/main" id="{8441A6EE-D490-9111-1DA1-DA360208DF9F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99AAF715-B8C9-F549-0EAD-27DE6D05A5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流程圖: 接點 43">
                <a:extLst>
                  <a:ext uri="{FF2B5EF4-FFF2-40B4-BE49-F238E27FC236}">
                    <a16:creationId xmlns:a16="http://schemas.microsoft.com/office/drawing/2014/main" id="{BDE43BA3-90E8-90E9-E591-9B1066D0ADC9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881FE177-6EBE-5A73-D0A6-5A037A8AC018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C825A0D3-9E91-7108-31B3-399EDC27D18E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88A3E044-47B1-D6C6-CE45-D222EDF2C4BC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EAACDE5D-C8DE-BD6F-886A-DC25EFD4677E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D6F64EDD-8EE7-5A6D-7F24-551A5A90D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71DFF542-8CB8-1FC2-01D1-258DADC988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380A6533-2161-FC59-0F77-A4B849DF6CF1}"/>
                  </a:ext>
                </a:extLst>
              </p:cNvPr>
              <p:cNvSpPr txBox="1"/>
              <p:nvPr/>
            </p:nvSpPr>
            <p:spPr>
              <a:xfrm>
                <a:off x="2923279" y="5027118"/>
                <a:ext cx="29894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若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之間有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紅邊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例如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ab </a:t>
                </a:r>
                <a:r>
                  <a:rPr lang="zh-TW" altLang="en-US" dirty="0"/>
                  <a:t>為紅邊，則存在一條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c-v-a-b</a:t>
                </a:r>
                <a:endParaRPr lang="zh-TW" altLang="en-US" dirty="0"/>
              </a:p>
            </p:txBody>
          </p:sp>
        </mc:Choice>
        <mc:Fallback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380A6533-2161-FC59-0F77-A4B849DF6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279" y="5027118"/>
                <a:ext cx="2989480" cy="923330"/>
              </a:xfrm>
              <a:prstGeom prst="rect">
                <a:avLst/>
              </a:prstGeom>
              <a:blipFill>
                <a:blip r:embed="rId5"/>
                <a:stretch>
                  <a:fillRect l="-1837" t="-3311" b="-105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18A9CEED-6A86-22F8-B34A-14029D04F691}"/>
                  </a:ext>
                </a:extLst>
              </p:cNvPr>
              <p:cNvSpPr txBox="1"/>
              <p:nvPr/>
            </p:nvSpPr>
            <p:spPr>
              <a:xfrm>
                <a:off x="8731974" y="5027118"/>
                <a:ext cx="251364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再 </a:t>
                </a:r>
                <a:r>
                  <a:rPr lang="en-US" altLang="zh-TW" dirty="0"/>
                  <a:t>d </a:t>
                </a:r>
                <a:r>
                  <a:rPr lang="zh-TW" altLang="en-US" dirty="0"/>
                  <a:t>與 </a:t>
                </a:r>
                <a:r>
                  <a:rPr lang="en-US" altLang="zh-TW" dirty="0" err="1"/>
                  <a:t>a,b,c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的連接，若其中有藍邊，如 </a:t>
                </a:r>
                <a:r>
                  <a:rPr lang="en-US" altLang="zh-TW" dirty="0"/>
                  <a:t>da </a:t>
                </a:r>
                <a:r>
                  <a:rPr lang="zh-TW" altLang="en-US" dirty="0"/>
                  <a:t>為藍邊，則因 </a:t>
                </a:r>
                <a:r>
                  <a:rPr lang="en-US" altLang="zh-TW" dirty="0"/>
                  <a:t>ab, ac </a:t>
                </a:r>
                <a:r>
                  <a:rPr lang="zh-TW" altLang="en-US" dirty="0"/>
                  <a:t>皆為藍，所以 </a:t>
                </a:r>
                <a:r>
                  <a:rPr lang="en-US" altLang="zh-TW" dirty="0"/>
                  <a:t>d-a-b-c </a:t>
                </a:r>
                <a:r>
                  <a:rPr lang="zh-TW" altLang="en-US" dirty="0"/>
                  <a:t>是一條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18A9CEED-6A86-22F8-B34A-14029D04F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974" y="5027118"/>
                <a:ext cx="2513646" cy="1477328"/>
              </a:xfrm>
              <a:prstGeom prst="rect">
                <a:avLst/>
              </a:prstGeom>
              <a:blipFill>
                <a:blip r:embed="rId6"/>
                <a:stretch>
                  <a:fillRect l="-1937" t="-2479" r="-484" b="-5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群組 60">
            <a:extLst>
              <a:ext uri="{FF2B5EF4-FFF2-40B4-BE49-F238E27FC236}">
                <a16:creationId xmlns:a16="http://schemas.microsoft.com/office/drawing/2014/main" id="{E4941BF0-CA45-7D6F-7C99-A6B1D9D1D70D}"/>
              </a:ext>
            </a:extLst>
          </p:cNvPr>
          <p:cNvGrpSpPr/>
          <p:nvPr/>
        </p:nvGrpSpPr>
        <p:grpSpPr>
          <a:xfrm>
            <a:off x="6268232" y="2607227"/>
            <a:ext cx="1894162" cy="2227653"/>
            <a:chOff x="1266335" y="2630400"/>
            <a:chExt cx="1894162" cy="2227653"/>
          </a:xfrm>
        </p:grpSpPr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665DD619-D6F9-2E90-C2E4-4CDD09B80494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91519869-FA22-DAA3-5D6A-EE5B47CEE208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2699424D-361E-889A-AB06-E9586D7A80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流程圖: 接點 64">
                <a:extLst>
                  <a:ext uri="{FF2B5EF4-FFF2-40B4-BE49-F238E27FC236}">
                    <a16:creationId xmlns:a16="http://schemas.microsoft.com/office/drawing/2014/main" id="{E6655518-B54F-5F2F-5E3A-342A61CBF35C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C7DF2FA3-8B24-2C77-AD4B-A37DCEAF96EF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C7DF2FA3-8B24-2C77-AD4B-A37DCEAF96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769" r="-5192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流程圖: 接點 66">
                <a:extLst>
                  <a:ext uri="{FF2B5EF4-FFF2-40B4-BE49-F238E27FC236}">
                    <a16:creationId xmlns:a16="http://schemas.microsoft.com/office/drawing/2014/main" id="{0AC874D4-767F-64EB-733E-8706A4E275E5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936B6AD8-05AF-CFF4-302A-C967ED2990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流程圖: 接點 68">
                <a:extLst>
                  <a:ext uri="{FF2B5EF4-FFF2-40B4-BE49-F238E27FC236}">
                    <a16:creationId xmlns:a16="http://schemas.microsoft.com/office/drawing/2014/main" id="{500CF9C7-1A22-4929-3349-51BD88C83026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70" name="流程圖: 接點 69">
                <a:extLst>
                  <a:ext uri="{FF2B5EF4-FFF2-40B4-BE49-F238E27FC236}">
                    <a16:creationId xmlns:a16="http://schemas.microsoft.com/office/drawing/2014/main" id="{BA0EAB54-DDDF-74A5-AC70-5DAE17930E72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1264C3BA-9B55-E975-D6B3-38DAB51F90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流程圖: 接點 71">
                <a:extLst>
                  <a:ext uri="{FF2B5EF4-FFF2-40B4-BE49-F238E27FC236}">
                    <a16:creationId xmlns:a16="http://schemas.microsoft.com/office/drawing/2014/main" id="{59B1A3E6-A617-4613-1EBC-1519F6D6472E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00A77CE0-27FE-D0C5-E01B-54C658BE79E5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79B66580-5CED-C437-7DD8-49A5E56D2DCB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4B54EF60-EBD0-0C9D-33FC-E33A34628026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98A3610C-314A-CB90-25AB-320F32DC788F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0FBCF87C-9480-08ED-3725-5AF43CD6D0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3DF35D7D-4461-4542-2883-B965221EF8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A0C63A65-5629-E571-57A9-7616116EF5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0EF9997-11FF-F28D-73F6-F62C02EA434B}"/>
              </a:ext>
            </a:extLst>
          </p:cNvPr>
          <p:cNvSpPr txBox="1"/>
          <p:nvPr/>
        </p:nvSpPr>
        <p:spPr>
          <a:xfrm>
            <a:off x="6076401" y="5045956"/>
            <a:ext cx="23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故 </a:t>
            </a:r>
            <a:r>
              <a:rPr lang="en-US" altLang="zh-TW" dirty="0"/>
              <a:t>ab, ac, </a:t>
            </a:r>
            <a:r>
              <a:rPr lang="en-US" altLang="zh-TW" dirty="0" err="1"/>
              <a:t>bc</a:t>
            </a:r>
            <a:r>
              <a:rPr lang="en-US" altLang="zh-TW" dirty="0"/>
              <a:t> </a:t>
            </a:r>
            <a:r>
              <a:rPr lang="zh-TW" altLang="en-US" dirty="0"/>
              <a:t>全為藍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71FF68C7-F6ED-B50D-38C2-F58238497774}"/>
              </a:ext>
            </a:extLst>
          </p:cNvPr>
          <p:cNvGrpSpPr/>
          <p:nvPr/>
        </p:nvGrpSpPr>
        <p:grpSpPr>
          <a:xfrm>
            <a:off x="9135868" y="2650402"/>
            <a:ext cx="1894162" cy="2227653"/>
            <a:chOff x="1266335" y="2630400"/>
            <a:chExt cx="1894162" cy="2227653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6EBF5E1-BC81-3D48-01C0-29659FAD4AC7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4300DDA9-7134-5B7E-5E76-028E0ACC0D0B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E6AC06C3-C402-120A-F66C-6FA156CFB4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流程圖: 接點 26">
                <a:extLst>
                  <a:ext uri="{FF2B5EF4-FFF2-40B4-BE49-F238E27FC236}">
                    <a16:creationId xmlns:a16="http://schemas.microsoft.com/office/drawing/2014/main" id="{5397AEFB-A94F-72D9-C8CD-C2F392EACA8C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B159856A-4DDD-7A21-D0E6-9BFD321B81C8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B159856A-4DDD-7A21-D0E6-9BFD321B81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846" r="-538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流程圖: 接點 29">
                <a:extLst>
                  <a:ext uri="{FF2B5EF4-FFF2-40B4-BE49-F238E27FC236}">
                    <a16:creationId xmlns:a16="http://schemas.microsoft.com/office/drawing/2014/main" id="{2E35CA3D-758B-6461-34A4-70C917BA2D94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51" name="直線接點 50">
                <a:extLst>
                  <a:ext uri="{FF2B5EF4-FFF2-40B4-BE49-F238E27FC236}">
                    <a16:creationId xmlns:a16="http://schemas.microsoft.com/office/drawing/2014/main" id="{1E80E39F-7F10-DF27-48CD-A5EF935A40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流程圖: 接點 52">
                <a:extLst>
                  <a:ext uri="{FF2B5EF4-FFF2-40B4-BE49-F238E27FC236}">
                    <a16:creationId xmlns:a16="http://schemas.microsoft.com/office/drawing/2014/main" id="{B82046F2-5D3F-7CDA-7E53-65FA3989DD4D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54" name="流程圖: 接點 53">
                <a:extLst>
                  <a:ext uri="{FF2B5EF4-FFF2-40B4-BE49-F238E27FC236}">
                    <a16:creationId xmlns:a16="http://schemas.microsoft.com/office/drawing/2014/main" id="{886A0322-AD30-84C3-4858-34AB28CF5A90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88829441-67F7-965D-03ED-5CE862920C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流程圖: 接點 56">
                <a:extLst>
                  <a:ext uri="{FF2B5EF4-FFF2-40B4-BE49-F238E27FC236}">
                    <a16:creationId xmlns:a16="http://schemas.microsoft.com/office/drawing/2014/main" id="{B74B755E-7BD6-A427-344C-F37C720441D1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034301A0-3118-F6F9-7EAD-F497BEDD7411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58EE98F7-94D8-C5C5-D8EF-06EDBAB3A988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006972B4-8AAB-BB78-2018-42AB979BC00D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47AFD62D-EDE7-B994-5C84-D3029120CBE5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3E0C38D2-DC9D-7FEE-D4BE-8DB6ECABE1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BF3626E6-A7E7-DFD3-BEE4-9E27D0C031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19E69C36-140E-8049-7930-3D35764E27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1D4B50D0-39C6-8D3F-F303-5D15D91A3F0B}"/>
              </a:ext>
            </a:extLst>
          </p:cNvPr>
          <p:cNvCxnSpPr>
            <a:cxnSpLocks/>
          </p:cNvCxnSpPr>
          <p:nvPr/>
        </p:nvCxnSpPr>
        <p:spPr>
          <a:xfrm flipH="1" flipV="1">
            <a:off x="10147616" y="3206914"/>
            <a:ext cx="254276" cy="80914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A41CD739-C63D-A4FE-5CBF-C67DB6AD6EE7}"/>
              </a:ext>
            </a:extLst>
          </p:cNvPr>
          <p:cNvCxnSpPr>
            <a:cxnSpLocks/>
          </p:cNvCxnSpPr>
          <p:nvPr/>
        </p:nvCxnSpPr>
        <p:spPr>
          <a:xfrm flipV="1">
            <a:off x="9811109" y="3195019"/>
            <a:ext cx="288922" cy="82050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" name="群組 133">
            <a:extLst>
              <a:ext uri="{FF2B5EF4-FFF2-40B4-BE49-F238E27FC236}">
                <a16:creationId xmlns:a16="http://schemas.microsoft.com/office/drawing/2014/main" id="{7056FD01-BB68-9F86-F8CC-83249D260F2C}"/>
              </a:ext>
            </a:extLst>
          </p:cNvPr>
          <p:cNvGrpSpPr/>
          <p:nvPr/>
        </p:nvGrpSpPr>
        <p:grpSpPr>
          <a:xfrm>
            <a:off x="7142749" y="288351"/>
            <a:ext cx="1894162" cy="2227653"/>
            <a:chOff x="1266335" y="2630400"/>
            <a:chExt cx="1894162" cy="2227653"/>
          </a:xfrm>
        </p:grpSpPr>
        <p:sp>
          <p:nvSpPr>
            <p:cNvPr id="135" name="文字方塊 134">
              <a:extLst>
                <a:ext uri="{FF2B5EF4-FFF2-40B4-BE49-F238E27FC236}">
                  <a16:creationId xmlns:a16="http://schemas.microsoft.com/office/drawing/2014/main" id="{8DD934B5-09AA-C9F8-696E-7A18B9197D52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136" name="群組 135">
              <a:extLst>
                <a:ext uri="{FF2B5EF4-FFF2-40B4-BE49-F238E27FC236}">
                  <a16:creationId xmlns:a16="http://schemas.microsoft.com/office/drawing/2014/main" id="{A186CE6B-D229-5A57-3974-891AF06CC131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137" name="直線接點 136">
                <a:extLst>
                  <a:ext uri="{FF2B5EF4-FFF2-40B4-BE49-F238E27FC236}">
                    <a16:creationId xmlns:a16="http://schemas.microsoft.com/office/drawing/2014/main" id="{16D149D2-1B74-7760-3F88-06E839FBDE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流程圖: 接點 137">
                <a:extLst>
                  <a:ext uri="{FF2B5EF4-FFF2-40B4-BE49-F238E27FC236}">
                    <a16:creationId xmlns:a16="http://schemas.microsoft.com/office/drawing/2014/main" id="{0C54E27B-3A67-FE26-239F-1F6D02839ABB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9" name="文字方塊 138">
                    <a:extLst>
                      <a:ext uri="{FF2B5EF4-FFF2-40B4-BE49-F238E27FC236}">
                        <a16:creationId xmlns:a16="http://schemas.microsoft.com/office/drawing/2014/main" id="{940823BE-6D6C-292F-4351-02C313D19518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139" name="文字方塊 138">
                    <a:extLst>
                      <a:ext uri="{FF2B5EF4-FFF2-40B4-BE49-F238E27FC236}">
                        <a16:creationId xmlns:a16="http://schemas.microsoft.com/office/drawing/2014/main" id="{940823BE-6D6C-292F-4351-02C313D195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846" r="-538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0" name="流程圖: 接點 139">
                <a:extLst>
                  <a:ext uri="{FF2B5EF4-FFF2-40B4-BE49-F238E27FC236}">
                    <a16:creationId xmlns:a16="http://schemas.microsoft.com/office/drawing/2014/main" id="{89329B6A-521A-58DF-85B8-FD2447585898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41" name="直線接點 140">
                <a:extLst>
                  <a:ext uri="{FF2B5EF4-FFF2-40B4-BE49-F238E27FC236}">
                    <a16:creationId xmlns:a16="http://schemas.microsoft.com/office/drawing/2014/main" id="{6D9740BA-E314-9D34-3428-D6B564BEAD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流程圖: 接點 141">
                <a:extLst>
                  <a:ext uri="{FF2B5EF4-FFF2-40B4-BE49-F238E27FC236}">
                    <a16:creationId xmlns:a16="http://schemas.microsoft.com/office/drawing/2014/main" id="{02CA11F2-9633-48BD-7F24-145013B095B1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43" name="流程圖: 接點 142">
                <a:extLst>
                  <a:ext uri="{FF2B5EF4-FFF2-40B4-BE49-F238E27FC236}">
                    <a16:creationId xmlns:a16="http://schemas.microsoft.com/office/drawing/2014/main" id="{F3318274-8462-498D-08C0-C6F2CA602A86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44" name="直線接點 143">
                <a:extLst>
                  <a:ext uri="{FF2B5EF4-FFF2-40B4-BE49-F238E27FC236}">
                    <a16:creationId xmlns:a16="http://schemas.microsoft.com/office/drawing/2014/main" id="{84D8BAD4-050A-EE9B-9918-1851ADF2C6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流程圖: 接點 144">
                <a:extLst>
                  <a:ext uri="{FF2B5EF4-FFF2-40B4-BE49-F238E27FC236}">
                    <a16:creationId xmlns:a16="http://schemas.microsoft.com/office/drawing/2014/main" id="{E5BE6658-DA42-58C5-85F4-0F3530974C45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66888CB0-BF94-EAF1-9397-53E2783B7146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B59F9DC-12F4-8486-0CF5-FAB801211DA3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4F360887-06F3-6A28-3AE2-E1B6CC38A27E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182C1E84-687E-59A7-2903-3EBBBDDFCA54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150" name="直線接點 149">
                <a:extLst>
                  <a:ext uri="{FF2B5EF4-FFF2-40B4-BE49-F238E27FC236}">
                    <a16:creationId xmlns:a16="http://schemas.microsoft.com/office/drawing/2014/main" id="{00B8B9C6-8B55-E78E-52E2-76437AE599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線接點 150">
                <a:extLst>
                  <a:ext uri="{FF2B5EF4-FFF2-40B4-BE49-F238E27FC236}">
                    <a16:creationId xmlns:a16="http://schemas.microsoft.com/office/drawing/2014/main" id="{603181F5-0E0A-49A4-AE8F-221CF248DF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線接點 151">
                <a:extLst>
                  <a:ext uri="{FF2B5EF4-FFF2-40B4-BE49-F238E27FC236}">
                    <a16:creationId xmlns:a16="http://schemas.microsoft.com/office/drawing/2014/main" id="{E2B34BA0-A7DF-9D1F-C4C9-252F33D5B7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線接點 153">
                <a:extLst>
                  <a:ext uri="{FF2B5EF4-FFF2-40B4-BE49-F238E27FC236}">
                    <a16:creationId xmlns:a16="http://schemas.microsoft.com/office/drawing/2014/main" id="{97BBE5F1-2EC3-2183-0FDA-2D1ABB0E08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7295" y="3168839"/>
                <a:ext cx="263691" cy="82844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線接點 155">
                <a:extLst>
                  <a:ext uri="{FF2B5EF4-FFF2-40B4-BE49-F238E27FC236}">
                    <a16:creationId xmlns:a16="http://schemas.microsoft.com/office/drawing/2014/main" id="{5863C902-9F8D-1542-F0F3-674B70AB1E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21386" y="3168839"/>
                <a:ext cx="308286" cy="82844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線接點 159">
                <a:extLst>
                  <a:ext uri="{FF2B5EF4-FFF2-40B4-BE49-F238E27FC236}">
                    <a16:creationId xmlns:a16="http://schemas.microsoft.com/office/drawing/2014/main" id="{BB9F9E7E-A051-E7C5-F3E5-9BDBCEBB3D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7953" y="3569716"/>
                <a:ext cx="745066" cy="46302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線接點 162">
                <a:extLst>
                  <a:ext uri="{FF2B5EF4-FFF2-40B4-BE49-F238E27FC236}">
                    <a16:creationId xmlns:a16="http://schemas.microsoft.com/office/drawing/2014/main" id="{7402CF69-D2E8-16FD-59CA-C0EDFD85F1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7953" y="4076031"/>
                <a:ext cx="520700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C068B64B-86E2-AC4F-0094-51679BA32551}"/>
                  </a:ext>
                </a:extLst>
              </p:cNvPr>
              <p:cNvSpPr txBox="1"/>
              <p:nvPr/>
            </p:nvSpPr>
            <p:spPr>
              <a:xfrm>
                <a:off x="9145069" y="693217"/>
                <a:ext cx="25136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若 </a:t>
                </a:r>
                <a:r>
                  <a:rPr lang="en-US" altLang="zh-TW" dirty="0"/>
                  <a:t>da, </a:t>
                </a:r>
                <a:r>
                  <a:rPr lang="en-US" altLang="zh-TW" dirty="0" err="1"/>
                  <a:t>db</a:t>
                </a:r>
                <a:r>
                  <a:rPr lang="en-US" altLang="zh-TW" dirty="0"/>
                  <a:t>, dc </a:t>
                </a:r>
                <a:r>
                  <a:rPr lang="zh-TW" altLang="en-US" dirty="0"/>
                  <a:t>全為紅，則 </a:t>
                </a:r>
                <a:r>
                  <a:rPr lang="en-US" altLang="zh-TW" dirty="0" err="1"/>
                  <a:t>a-v</a:t>
                </a:r>
                <a:r>
                  <a:rPr lang="en-US" altLang="zh-TW" dirty="0"/>
                  <a:t>-b-d </a:t>
                </a:r>
                <a:r>
                  <a:rPr lang="zh-TW" altLang="en-US" dirty="0"/>
                  <a:t>是一條紅色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C068B64B-86E2-AC4F-0094-51679BA32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069" y="693217"/>
                <a:ext cx="2513646" cy="923330"/>
              </a:xfrm>
              <a:prstGeom prst="rect">
                <a:avLst/>
              </a:prstGeom>
              <a:blipFill>
                <a:blip r:embed="rId10"/>
                <a:stretch>
                  <a:fillRect l="-1937" t="-3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611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E6A7E-3F11-FD34-E080-31658264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74D64-03D0-64EF-EBC5-0F06778A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7.2.6(a)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1C8DCAF-E028-0FE0-9ED9-89BE23C4E970}"/>
              </a:ext>
            </a:extLst>
          </p:cNvPr>
          <p:cNvSpPr txBox="1"/>
          <p:nvPr/>
        </p:nvSpPr>
        <p:spPr>
          <a:xfrm>
            <a:off x="727751" y="1733982"/>
            <a:ext cx="395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(case 3)</a:t>
            </a:r>
            <a:r>
              <a:rPr lang="zh-TW" altLang="en-US" sz="3200" dirty="0"/>
              <a:t> </a:t>
            </a:r>
            <a:r>
              <a:rPr lang="en-US" altLang="zh-TW" sz="3200" dirty="0"/>
              <a:t>v </a:t>
            </a:r>
            <a:r>
              <a:rPr lang="zh-TW" altLang="en-US" sz="3200" dirty="0"/>
              <a:t>有 </a:t>
            </a:r>
            <a:r>
              <a:rPr lang="en-US" altLang="zh-TW" sz="3200" dirty="0"/>
              <a:t>2 </a:t>
            </a:r>
            <a:r>
              <a:rPr lang="zh-TW" altLang="en-US" sz="3200" dirty="0"/>
              <a:t>條紅邊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2C48955-215E-80EF-B046-8FF2914D0363}"/>
                  </a:ext>
                </a:extLst>
              </p:cNvPr>
              <p:cNvSpPr txBox="1"/>
              <p:nvPr/>
            </p:nvSpPr>
            <p:spPr>
              <a:xfrm>
                <a:off x="4352264" y="190074"/>
                <a:ext cx="272074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/>
                  <a:t>(2) 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/>
                  <a:t>) 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sz="3200" dirty="0"/>
                  <a:t> 5</a:t>
                </a:r>
                <a:endParaRPr lang="zh-TW" altLang="en-US" sz="32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2C48955-215E-80EF-B046-8FF2914D0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264" y="190074"/>
                <a:ext cx="2720745" cy="584775"/>
              </a:xfrm>
              <a:prstGeom prst="rect">
                <a:avLst/>
              </a:prstGeom>
              <a:blipFill>
                <a:blip r:embed="rId2"/>
                <a:stretch>
                  <a:fillRect l="-5830" t="-12500" r="-4933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66ECB91-CEB0-6403-F79C-FAEB965C3F74}"/>
              </a:ext>
            </a:extLst>
          </p:cNvPr>
          <p:cNvCxnSpPr>
            <a:cxnSpLocks/>
          </p:cNvCxnSpPr>
          <p:nvPr/>
        </p:nvCxnSpPr>
        <p:spPr>
          <a:xfrm flipH="1" flipV="1">
            <a:off x="7275280" y="3163196"/>
            <a:ext cx="254276" cy="80914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A42BEF5D-8A84-3807-6045-1D2352DF091A}"/>
              </a:ext>
            </a:extLst>
          </p:cNvPr>
          <p:cNvGrpSpPr/>
          <p:nvPr/>
        </p:nvGrpSpPr>
        <p:grpSpPr>
          <a:xfrm>
            <a:off x="712077" y="2558342"/>
            <a:ext cx="1894162" cy="2227653"/>
            <a:chOff x="1266335" y="2630400"/>
            <a:chExt cx="1894162" cy="2227653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6BEBF9C-1EC1-B3BC-8149-7D75F08002CD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340058C9-0081-83A6-A2E4-E74BEC368331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5" name="直線接點 4">
                <a:extLst>
                  <a:ext uri="{FF2B5EF4-FFF2-40B4-BE49-F238E27FC236}">
                    <a16:creationId xmlns:a16="http://schemas.microsoft.com/office/drawing/2014/main" id="{02DBC664-62BA-D177-E86B-03D3F380A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流程圖: 接點 5">
                <a:extLst>
                  <a:ext uri="{FF2B5EF4-FFF2-40B4-BE49-F238E27FC236}">
                    <a16:creationId xmlns:a16="http://schemas.microsoft.com/office/drawing/2014/main" id="{C42311B6-7F47-7D5A-88EA-9C4A3599C49A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1EF1EC48-06E0-5B97-8B98-6868E5EB1A86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1EF1EC48-06E0-5B97-8B98-6868E5EB1A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46" r="-538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流程圖: 接點 7">
                <a:extLst>
                  <a:ext uri="{FF2B5EF4-FFF2-40B4-BE49-F238E27FC236}">
                    <a16:creationId xmlns:a16="http://schemas.microsoft.com/office/drawing/2014/main" id="{9C7899FC-C7B6-F285-FF71-889B9C88EDDF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61359AC9-2636-404F-C54E-6E8800BC43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流程圖: 接點 9">
                <a:extLst>
                  <a:ext uri="{FF2B5EF4-FFF2-40B4-BE49-F238E27FC236}">
                    <a16:creationId xmlns:a16="http://schemas.microsoft.com/office/drawing/2014/main" id="{4EDBBD80-4A30-179A-E558-5029A6EB2D37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2" name="流程圖: 接點 11">
                <a:extLst>
                  <a:ext uri="{FF2B5EF4-FFF2-40B4-BE49-F238E27FC236}">
                    <a16:creationId xmlns:a16="http://schemas.microsoft.com/office/drawing/2014/main" id="{053C5E01-4276-2198-4ADB-758D4104102D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DB50D978-30EA-0CE6-4B04-7B788B6C7E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流程圖: 接點 15">
                <a:extLst>
                  <a:ext uri="{FF2B5EF4-FFF2-40B4-BE49-F238E27FC236}">
                    <a16:creationId xmlns:a16="http://schemas.microsoft.com/office/drawing/2014/main" id="{BA6025BD-DA5B-3E62-D289-9B4B88D672E2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FA65AAC-B4EB-5576-E365-985477E2D7EA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BA2F471-24BB-919C-F599-48467121CCDB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DCBD9E3-117D-023A-EE50-70BB10558834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6093899-5FEA-DA51-2A40-2E38C2CBEDEF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0B1B6CDF-95FD-A860-2421-BE480A780F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7E73BFBE-0601-83FA-97A1-BCBF74F7C443}"/>
              </a:ext>
            </a:extLst>
          </p:cNvPr>
          <p:cNvGrpSpPr/>
          <p:nvPr/>
        </p:nvGrpSpPr>
        <p:grpSpPr>
          <a:xfrm>
            <a:off x="3324283" y="2640965"/>
            <a:ext cx="1894162" cy="2227653"/>
            <a:chOff x="1266335" y="2630400"/>
            <a:chExt cx="1894162" cy="2227653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5FA9234D-260E-736E-CC07-C141E58B3834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1EB78015-E68D-2805-E8EE-4E2EBC20D339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BF275B1F-3631-D84D-8C94-F2817D0D3F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流程圖: 接點 36">
                <a:extLst>
                  <a:ext uri="{FF2B5EF4-FFF2-40B4-BE49-F238E27FC236}">
                    <a16:creationId xmlns:a16="http://schemas.microsoft.com/office/drawing/2014/main" id="{9D7E6233-CE34-F1E1-C4FA-6E09B2E58693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5F98F7A0-1C46-455A-C04B-8AF94213329D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5F98F7A0-1C46-455A-C04B-8AF9421332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769" r="-5192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流程圖: 接點 38">
                <a:extLst>
                  <a:ext uri="{FF2B5EF4-FFF2-40B4-BE49-F238E27FC236}">
                    <a16:creationId xmlns:a16="http://schemas.microsoft.com/office/drawing/2014/main" id="{6C94CCA8-E204-E91A-B1BF-9276D3A64DC1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97BB68F2-CF9C-496F-48B6-8380A3E240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流程圖: 接點 40">
                <a:extLst>
                  <a:ext uri="{FF2B5EF4-FFF2-40B4-BE49-F238E27FC236}">
                    <a16:creationId xmlns:a16="http://schemas.microsoft.com/office/drawing/2014/main" id="{2698B363-EC0B-501B-93A2-2F0911B7D7D2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2" name="流程圖: 接點 41">
                <a:extLst>
                  <a:ext uri="{FF2B5EF4-FFF2-40B4-BE49-F238E27FC236}">
                    <a16:creationId xmlns:a16="http://schemas.microsoft.com/office/drawing/2014/main" id="{DED7A83C-BDD2-B179-FA10-45BE0682136E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CC92965B-8538-4219-CD7D-143EA569E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流程圖: 接點 43">
                <a:extLst>
                  <a:ext uri="{FF2B5EF4-FFF2-40B4-BE49-F238E27FC236}">
                    <a16:creationId xmlns:a16="http://schemas.microsoft.com/office/drawing/2014/main" id="{CD6D0CD9-C237-CB91-04F1-E2FADEAED32D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A3A5EAD3-7B9C-8797-0379-F976606C619D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6B88C90-0CC3-747F-7C1A-FA406FC31FF3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5745D3DA-0EED-D71F-1A16-4E12AAAF8FA3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823CE13-9C31-6173-F8F7-8B8D493A658A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16C46E18-3BCB-276F-D83C-204E38BD80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59F78803-5473-F65D-40EB-9EF8003AC6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4869" y="3152631"/>
                <a:ext cx="281516" cy="85232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D65489DE-6238-488E-88E2-68E7994B9885}"/>
                  </a:ext>
                </a:extLst>
              </p:cNvPr>
              <p:cNvSpPr txBox="1"/>
              <p:nvPr/>
            </p:nvSpPr>
            <p:spPr>
              <a:xfrm>
                <a:off x="2923279" y="5027118"/>
                <a:ext cx="29894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若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ac </a:t>
                </a:r>
                <a:r>
                  <a:rPr lang="zh-TW" altLang="en-US" dirty="0"/>
                  <a:t>為紅邊，則 </a:t>
                </a:r>
                <a:r>
                  <a:rPr lang="en-US" altLang="zh-TW" dirty="0"/>
                  <a:t>b-v-a-c </a:t>
                </a:r>
                <a:r>
                  <a:rPr lang="zh-TW" altLang="en-US" dirty="0"/>
                  <a:t>是一條紅色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D65489DE-6238-488E-88E2-68E7994B9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279" y="5027118"/>
                <a:ext cx="2989480" cy="646331"/>
              </a:xfrm>
              <a:prstGeom prst="rect">
                <a:avLst/>
              </a:prstGeom>
              <a:blipFill>
                <a:blip r:embed="rId5"/>
                <a:stretch>
                  <a:fillRect l="-1837" t="-566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E9E0D57-161D-04DC-2329-F836B5B1CC7B}"/>
                  </a:ext>
                </a:extLst>
              </p:cNvPr>
              <p:cNvSpPr txBox="1"/>
              <p:nvPr/>
            </p:nvSpPr>
            <p:spPr>
              <a:xfrm>
                <a:off x="8731974" y="5027118"/>
                <a:ext cx="251364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若 </a:t>
                </a:r>
                <a:r>
                  <a:rPr lang="en-US" altLang="zh-TW" dirty="0"/>
                  <a:t>ab </a:t>
                </a:r>
                <a:r>
                  <a:rPr lang="zh-TW" altLang="en-US" dirty="0"/>
                  <a:t>為藍邊，則 </a:t>
                </a:r>
                <a:r>
                  <a:rPr lang="en-US" altLang="zh-TW" dirty="0"/>
                  <a:t>c-a-b-d </a:t>
                </a:r>
                <a:r>
                  <a:rPr lang="zh-TW" altLang="en-US" dirty="0"/>
                  <a:t>是一條藍色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E9E0D57-161D-04DC-2329-F836B5B1C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974" y="5027118"/>
                <a:ext cx="2513646" cy="646331"/>
              </a:xfrm>
              <a:prstGeom prst="rect">
                <a:avLst/>
              </a:prstGeom>
              <a:blipFill>
                <a:blip r:embed="rId6"/>
                <a:stretch>
                  <a:fillRect l="-1937" t="-5660" b="-150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群組 60">
            <a:extLst>
              <a:ext uri="{FF2B5EF4-FFF2-40B4-BE49-F238E27FC236}">
                <a16:creationId xmlns:a16="http://schemas.microsoft.com/office/drawing/2014/main" id="{680E816D-7154-FA80-F16E-96519BC7E29E}"/>
              </a:ext>
            </a:extLst>
          </p:cNvPr>
          <p:cNvGrpSpPr/>
          <p:nvPr/>
        </p:nvGrpSpPr>
        <p:grpSpPr>
          <a:xfrm>
            <a:off x="6268232" y="2607227"/>
            <a:ext cx="1894162" cy="2227653"/>
            <a:chOff x="1266335" y="2630400"/>
            <a:chExt cx="1894162" cy="2227653"/>
          </a:xfrm>
        </p:grpSpPr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80D1D6E8-36FB-E679-D1CB-99D86D8EA6DB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78EC5A1A-C1BC-BB90-6C6D-B7C46B7DCB01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0F063C25-B407-39AB-4509-DDA017A357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流程圖: 接點 64">
                <a:extLst>
                  <a:ext uri="{FF2B5EF4-FFF2-40B4-BE49-F238E27FC236}">
                    <a16:creationId xmlns:a16="http://schemas.microsoft.com/office/drawing/2014/main" id="{E76D52C3-ABEC-AEEC-92FA-9537770E8684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EA7BAAAA-DB26-1080-5266-0A19BF9C8788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EA7BAAAA-DB26-1080-5266-0A19BF9C87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769" r="-5192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流程圖: 接點 66">
                <a:extLst>
                  <a:ext uri="{FF2B5EF4-FFF2-40B4-BE49-F238E27FC236}">
                    <a16:creationId xmlns:a16="http://schemas.microsoft.com/office/drawing/2014/main" id="{BA8CDE86-7ABB-1F83-359C-1D0334A56B07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D1D2659C-6B1C-6D1C-DCD9-2AB9686A82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流程圖: 接點 68">
                <a:extLst>
                  <a:ext uri="{FF2B5EF4-FFF2-40B4-BE49-F238E27FC236}">
                    <a16:creationId xmlns:a16="http://schemas.microsoft.com/office/drawing/2014/main" id="{0565175E-9069-83D3-98EB-1F5E6DFAEFFD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70" name="流程圖: 接點 69">
                <a:extLst>
                  <a:ext uri="{FF2B5EF4-FFF2-40B4-BE49-F238E27FC236}">
                    <a16:creationId xmlns:a16="http://schemas.microsoft.com/office/drawing/2014/main" id="{CD427787-F6C9-DFB0-FE04-53C9272F804E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4AEE519A-EE8C-D679-B554-0E65E7BCA0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流程圖: 接點 71">
                <a:extLst>
                  <a:ext uri="{FF2B5EF4-FFF2-40B4-BE49-F238E27FC236}">
                    <a16:creationId xmlns:a16="http://schemas.microsoft.com/office/drawing/2014/main" id="{E12879CB-0DC5-3B6C-AFEF-47473C538273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632DBAFC-1E2C-0B26-79D7-7B701FB71E49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33CF78BA-A289-12CD-92EC-8AF829664B10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771F1674-727B-39BE-EE5C-9315F4B59526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44EB2561-895D-74BC-319C-93F70B35509B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EFAA6B87-6AF6-E643-FB05-CE85D72816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DBE5F516-82BE-DA8D-5840-D759715ACD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7383" y="3535160"/>
                <a:ext cx="791845" cy="515225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FDDBB423-F29C-4565-FA22-855E5DA26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11A6B81-9383-1261-7E8B-B85C95FBA3A2}"/>
              </a:ext>
            </a:extLst>
          </p:cNvPr>
          <p:cNvSpPr txBox="1"/>
          <p:nvPr/>
        </p:nvSpPr>
        <p:spPr>
          <a:xfrm>
            <a:off x="6209506" y="5075521"/>
            <a:ext cx="2361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故 </a:t>
            </a:r>
            <a:r>
              <a:rPr lang="en-US" altLang="zh-TW" dirty="0"/>
              <a:t>ac, ad, </a:t>
            </a:r>
            <a:r>
              <a:rPr lang="en-US" altLang="zh-TW" dirty="0" err="1"/>
              <a:t>bc</a:t>
            </a:r>
            <a:r>
              <a:rPr lang="en-US" altLang="zh-TW" dirty="0"/>
              <a:t>, bd </a:t>
            </a:r>
            <a:r>
              <a:rPr lang="zh-TW" altLang="en-US" dirty="0"/>
              <a:t>全為藍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97E28102-5B2B-0D3C-3F78-059300197E6B}"/>
              </a:ext>
            </a:extLst>
          </p:cNvPr>
          <p:cNvGrpSpPr/>
          <p:nvPr/>
        </p:nvGrpSpPr>
        <p:grpSpPr>
          <a:xfrm>
            <a:off x="9135868" y="2650402"/>
            <a:ext cx="1894162" cy="2227653"/>
            <a:chOff x="1266335" y="2630400"/>
            <a:chExt cx="1894162" cy="2227653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96575EDF-1C39-AF75-014D-81AAE706D5E6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4437825D-D649-DFB4-E55E-8393E9B86CE0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85A5BCB0-E0F7-0123-5D23-297768E030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流程圖: 接點 26">
                <a:extLst>
                  <a:ext uri="{FF2B5EF4-FFF2-40B4-BE49-F238E27FC236}">
                    <a16:creationId xmlns:a16="http://schemas.microsoft.com/office/drawing/2014/main" id="{C9239B4B-4B7A-E958-1729-ED338A470CC2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96EEAB9A-C2E1-E9E1-7672-AB5BCDA069E9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96EEAB9A-C2E1-E9E1-7672-AB5BCDA06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846" r="-538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流程圖: 接點 29">
                <a:extLst>
                  <a:ext uri="{FF2B5EF4-FFF2-40B4-BE49-F238E27FC236}">
                    <a16:creationId xmlns:a16="http://schemas.microsoft.com/office/drawing/2014/main" id="{94D01BDF-C48F-BE3B-676C-A9BBDDC1F0EE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51" name="直線接點 50">
                <a:extLst>
                  <a:ext uri="{FF2B5EF4-FFF2-40B4-BE49-F238E27FC236}">
                    <a16:creationId xmlns:a16="http://schemas.microsoft.com/office/drawing/2014/main" id="{4D72144B-68ED-FA87-6BF3-7863692004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流程圖: 接點 52">
                <a:extLst>
                  <a:ext uri="{FF2B5EF4-FFF2-40B4-BE49-F238E27FC236}">
                    <a16:creationId xmlns:a16="http://schemas.microsoft.com/office/drawing/2014/main" id="{89414011-969A-64F8-011E-BD3120071E0A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54" name="流程圖: 接點 53">
                <a:extLst>
                  <a:ext uri="{FF2B5EF4-FFF2-40B4-BE49-F238E27FC236}">
                    <a16:creationId xmlns:a16="http://schemas.microsoft.com/office/drawing/2014/main" id="{685AA880-DEA7-6F9D-4DEF-B87BA1B9C0F9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A70EA217-FBB3-56FD-4F23-636D90BD66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流程圖: 接點 56">
                <a:extLst>
                  <a:ext uri="{FF2B5EF4-FFF2-40B4-BE49-F238E27FC236}">
                    <a16:creationId xmlns:a16="http://schemas.microsoft.com/office/drawing/2014/main" id="{1490DE7A-652F-D9C4-786D-27B76A33984B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18A19D7C-D0A0-FF1D-45E9-1B126F25AAE3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CC4E6010-626E-9374-4E27-7FB05EDD1834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00804335-7D50-8277-32E0-76E73F7A97C8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F871B87C-EEF3-C320-E430-DE46614838B5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8E7679A1-A45A-D16C-84F5-A20980C5DD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ABF8FD7B-EF3C-DB6C-6642-8E981FB2FD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2350BB7F-207A-D378-5F6F-FA5AD6BF1C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C37678EB-4C83-4C6A-A0CF-9BEB280D34EE}"/>
              </a:ext>
            </a:extLst>
          </p:cNvPr>
          <p:cNvCxnSpPr>
            <a:cxnSpLocks/>
          </p:cNvCxnSpPr>
          <p:nvPr/>
        </p:nvCxnSpPr>
        <p:spPr>
          <a:xfrm flipH="1" flipV="1">
            <a:off x="10147616" y="3206914"/>
            <a:ext cx="254276" cy="80914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8FB12D61-5F06-AE69-FD05-847D0EDBDC00}"/>
              </a:ext>
            </a:extLst>
          </p:cNvPr>
          <p:cNvCxnSpPr>
            <a:cxnSpLocks/>
          </p:cNvCxnSpPr>
          <p:nvPr/>
        </p:nvCxnSpPr>
        <p:spPr>
          <a:xfrm flipV="1">
            <a:off x="9811109" y="3195019"/>
            <a:ext cx="288922" cy="82050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" name="群組 133">
            <a:extLst>
              <a:ext uri="{FF2B5EF4-FFF2-40B4-BE49-F238E27FC236}">
                <a16:creationId xmlns:a16="http://schemas.microsoft.com/office/drawing/2014/main" id="{AACC121B-F86F-D646-9950-B9E127DD7A32}"/>
              </a:ext>
            </a:extLst>
          </p:cNvPr>
          <p:cNvGrpSpPr/>
          <p:nvPr/>
        </p:nvGrpSpPr>
        <p:grpSpPr>
          <a:xfrm>
            <a:off x="7142749" y="288351"/>
            <a:ext cx="1894162" cy="2227653"/>
            <a:chOff x="1266335" y="2630400"/>
            <a:chExt cx="1894162" cy="2227653"/>
          </a:xfrm>
        </p:grpSpPr>
        <p:sp>
          <p:nvSpPr>
            <p:cNvPr id="135" name="文字方塊 134">
              <a:extLst>
                <a:ext uri="{FF2B5EF4-FFF2-40B4-BE49-F238E27FC236}">
                  <a16:creationId xmlns:a16="http://schemas.microsoft.com/office/drawing/2014/main" id="{1C70600B-608D-4971-3958-D9188DB2214E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136" name="群組 135">
              <a:extLst>
                <a:ext uri="{FF2B5EF4-FFF2-40B4-BE49-F238E27FC236}">
                  <a16:creationId xmlns:a16="http://schemas.microsoft.com/office/drawing/2014/main" id="{F427BE17-854B-D244-5318-48C224F61A04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137" name="直線接點 136">
                <a:extLst>
                  <a:ext uri="{FF2B5EF4-FFF2-40B4-BE49-F238E27FC236}">
                    <a16:creationId xmlns:a16="http://schemas.microsoft.com/office/drawing/2014/main" id="{A17E666E-321F-D2EC-7480-B1F16AD92B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流程圖: 接點 137">
                <a:extLst>
                  <a:ext uri="{FF2B5EF4-FFF2-40B4-BE49-F238E27FC236}">
                    <a16:creationId xmlns:a16="http://schemas.microsoft.com/office/drawing/2014/main" id="{6C6F07F4-E5E4-F9B3-A4E1-6671ABDA3515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9" name="文字方塊 138">
                    <a:extLst>
                      <a:ext uri="{FF2B5EF4-FFF2-40B4-BE49-F238E27FC236}">
                        <a16:creationId xmlns:a16="http://schemas.microsoft.com/office/drawing/2014/main" id="{3A7AD66C-25F2-31D7-AD8A-6B796E2C8850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139" name="文字方塊 138">
                    <a:extLst>
                      <a:ext uri="{FF2B5EF4-FFF2-40B4-BE49-F238E27FC236}">
                        <a16:creationId xmlns:a16="http://schemas.microsoft.com/office/drawing/2014/main" id="{3A7AD66C-25F2-31D7-AD8A-6B796E2C88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846" r="-538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0" name="流程圖: 接點 139">
                <a:extLst>
                  <a:ext uri="{FF2B5EF4-FFF2-40B4-BE49-F238E27FC236}">
                    <a16:creationId xmlns:a16="http://schemas.microsoft.com/office/drawing/2014/main" id="{C0A35539-2006-C00A-F0E4-E0E322F590D7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41" name="直線接點 140">
                <a:extLst>
                  <a:ext uri="{FF2B5EF4-FFF2-40B4-BE49-F238E27FC236}">
                    <a16:creationId xmlns:a16="http://schemas.microsoft.com/office/drawing/2014/main" id="{8FD3286F-6419-6AA7-11E4-C23F04A3FB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流程圖: 接點 141">
                <a:extLst>
                  <a:ext uri="{FF2B5EF4-FFF2-40B4-BE49-F238E27FC236}">
                    <a16:creationId xmlns:a16="http://schemas.microsoft.com/office/drawing/2014/main" id="{7707ED98-8388-F9BC-0856-986E61CD6C60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43" name="流程圖: 接點 142">
                <a:extLst>
                  <a:ext uri="{FF2B5EF4-FFF2-40B4-BE49-F238E27FC236}">
                    <a16:creationId xmlns:a16="http://schemas.microsoft.com/office/drawing/2014/main" id="{C51CD777-EA77-5B5C-07AA-6274C9B3DA94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44" name="直線接點 143">
                <a:extLst>
                  <a:ext uri="{FF2B5EF4-FFF2-40B4-BE49-F238E27FC236}">
                    <a16:creationId xmlns:a16="http://schemas.microsoft.com/office/drawing/2014/main" id="{C6A5C13E-BD51-DB1A-4F05-C7F9EA3AE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流程圖: 接點 144">
                <a:extLst>
                  <a:ext uri="{FF2B5EF4-FFF2-40B4-BE49-F238E27FC236}">
                    <a16:creationId xmlns:a16="http://schemas.microsoft.com/office/drawing/2014/main" id="{5FD1AAEA-9E59-C173-E35E-29AB33BABBE2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E2E4DE6E-DE7A-63F1-199F-7B0E00725F7B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2D299AF3-2D81-F96B-E13F-314902CE81E8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6CAD2357-0B2C-B213-74C4-85B50063A786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7AE3A61A-1F56-5AD6-2545-600A92AA8250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150" name="直線接點 149">
                <a:extLst>
                  <a:ext uri="{FF2B5EF4-FFF2-40B4-BE49-F238E27FC236}">
                    <a16:creationId xmlns:a16="http://schemas.microsoft.com/office/drawing/2014/main" id="{0C8B9F34-1231-B352-E667-0831A9DBA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線接點 150">
                <a:extLst>
                  <a:ext uri="{FF2B5EF4-FFF2-40B4-BE49-F238E27FC236}">
                    <a16:creationId xmlns:a16="http://schemas.microsoft.com/office/drawing/2014/main" id="{7C98F616-F8A2-E24F-7FFF-9E6EDE73E9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線接點 151">
                <a:extLst>
                  <a:ext uri="{FF2B5EF4-FFF2-40B4-BE49-F238E27FC236}">
                    <a16:creationId xmlns:a16="http://schemas.microsoft.com/office/drawing/2014/main" id="{2E3BB016-97EF-29D4-73AF-D67A72A3BF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線接點 153">
                <a:extLst>
                  <a:ext uri="{FF2B5EF4-FFF2-40B4-BE49-F238E27FC236}">
                    <a16:creationId xmlns:a16="http://schemas.microsoft.com/office/drawing/2014/main" id="{9FC3911F-2B1D-7961-CA0C-A52F2EB6E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7295" y="3168839"/>
                <a:ext cx="263691" cy="82844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線接點 155">
                <a:extLst>
                  <a:ext uri="{FF2B5EF4-FFF2-40B4-BE49-F238E27FC236}">
                    <a16:creationId xmlns:a16="http://schemas.microsoft.com/office/drawing/2014/main" id="{CB756F9C-FB31-81F5-87B4-A6F7EA8E6D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21386" y="3168839"/>
                <a:ext cx="308286" cy="82844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線接點 159">
                <a:extLst>
                  <a:ext uri="{FF2B5EF4-FFF2-40B4-BE49-F238E27FC236}">
                    <a16:creationId xmlns:a16="http://schemas.microsoft.com/office/drawing/2014/main" id="{05D3E9C2-3E91-C76C-B454-B84192EB28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7953" y="3569716"/>
                <a:ext cx="745066" cy="46302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32C38D02-9AE6-864A-5D76-DBAD6E15991D}"/>
                  </a:ext>
                </a:extLst>
              </p:cNvPr>
              <p:cNvSpPr txBox="1"/>
              <p:nvPr/>
            </p:nvSpPr>
            <p:spPr>
              <a:xfrm>
                <a:off x="9145069" y="693217"/>
                <a:ext cx="25136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若 </a:t>
                </a:r>
                <a:r>
                  <a:rPr lang="en-US" altLang="zh-TW" dirty="0"/>
                  <a:t>da, </a:t>
                </a:r>
                <a:r>
                  <a:rPr lang="en-US" altLang="zh-TW" dirty="0" err="1"/>
                  <a:t>db</a:t>
                </a:r>
                <a:r>
                  <a:rPr lang="en-US" altLang="zh-TW" dirty="0"/>
                  <a:t>, dc </a:t>
                </a:r>
                <a:r>
                  <a:rPr lang="zh-TW" altLang="en-US" dirty="0"/>
                  <a:t>全為紅，則 </a:t>
                </a:r>
                <a:r>
                  <a:rPr lang="en-US" altLang="zh-TW" dirty="0" err="1"/>
                  <a:t>a-v</a:t>
                </a:r>
                <a:r>
                  <a:rPr lang="en-US" altLang="zh-TW" dirty="0"/>
                  <a:t>-b-d </a:t>
                </a:r>
                <a:r>
                  <a:rPr lang="zh-TW" altLang="en-US" dirty="0"/>
                  <a:t>是一條紅色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32C38D02-9AE6-864A-5D76-DBAD6E159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069" y="693217"/>
                <a:ext cx="2513646" cy="923330"/>
              </a:xfrm>
              <a:prstGeom prst="rect">
                <a:avLst/>
              </a:prstGeom>
              <a:blipFill>
                <a:blip r:embed="rId10"/>
                <a:stretch>
                  <a:fillRect l="-1937" t="-3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72554AB7-5EFD-31F6-5576-FD080F0E3EDA}"/>
                  </a:ext>
                </a:extLst>
              </p:cNvPr>
              <p:cNvSpPr txBox="1"/>
              <p:nvPr/>
            </p:nvSpPr>
            <p:spPr>
              <a:xfrm>
                <a:off x="2923279" y="5792729"/>
                <a:ext cx="29894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故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ac </a:t>
                </a:r>
                <a:r>
                  <a:rPr lang="zh-TW" altLang="en-US" dirty="0"/>
                  <a:t>不能為紅邊，同理 </a:t>
                </a:r>
                <a:r>
                  <a:rPr lang="en-US" altLang="zh-TW" dirty="0"/>
                  <a:t>ad, </a:t>
                </a:r>
                <a:r>
                  <a:rPr lang="en-US" altLang="zh-TW" dirty="0" err="1"/>
                  <a:t>bc</a:t>
                </a:r>
                <a:r>
                  <a:rPr lang="en-US" altLang="zh-TW" dirty="0"/>
                  <a:t>, bd</a:t>
                </a:r>
                <a:endParaRPr lang="zh-TW" altLang="en-US" dirty="0"/>
              </a:p>
            </p:txBody>
          </p:sp>
        </mc:Choice>
        <mc:Fallback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72554AB7-5EFD-31F6-5576-FD080F0E3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279" y="5792729"/>
                <a:ext cx="2989480" cy="646331"/>
              </a:xfrm>
              <a:prstGeom prst="rect">
                <a:avLst/>
              </a:prstGeom>
              <a:blipFill>
                <a:blip r:embed="rId11"/>
                <a:stretch>
                  <a:fillRect l="-1837" t="-4717" r="-1633" b="-150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F58F0836-B8F1-53BC-17F3-B171E16B5803}"/>
              </a:ext>
            </a:extLst>
          </p:cNvPr>
          <p:cNvCxnSpPr>
            <a:cxnSpLocks/>
          </p:cNvCxnSpPr>
          <p:nvPr/>
        </p:nvCxnSpPr>
        <p:spPr>
          <a:xfrm flipV="1">
            <a:off x="6939280" y="3163195"/>
            <a:ext cx="288415" cy="8091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846702D2-D1F2-7F4F-F043-05788EC89B43}"/>
              </a:ext>
            </a:extLst>
          </p:cNvPr>
          <p:cNvCxnSpPr>
            <a:cxnSpLocks/>
          </p:cNvCxnSpPr>
          <p:nvPr/>
        </p:nvCxnSpPr>
        <p:spPr>
          <a:xfrm flipV="1">
            <a:off x="9842500" y="3567770"/>
            <a:ext cx="762000" cy="48776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706B1995-8505-8DD7-C3AB-E6693A0C7F4A}"/>
                  </a:ext>
                </a:extLst>
              </p:cNvPr>
              <p:cNvSpPr txBox="1"/>
              <p:nvPr/>
            </p:nvSpPr>
            <p:spPr>
              <a:xfrm>
                <a:off x="8728760" y="5802166"/>
                <a:ext cx="29894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故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ab </a:t>
                </a:r>
                <a:r>
                  <a:rPr lang="zh-TW" altLang="en-US" dirty="0"/>
                  <a:t>必為紅</a:t>
                </a:r>
              </a:p>
            </p:txBody>
          </p:sp>
        </mc:Choice>
        <mc:Fallback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706B1995-8505-8DD7-C3AB-E6693A0C7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760" y="5802166"/>
                <a:ext cx="2989480" cy="369332"/>
              </a:xfrm>
              <a:prstGeom prst="rect">
                <a:avLst/>
              </a:prstGeom>
              <a:blipFill>
                <a:blip r:embed="rId12"/>
                <a:stretch>
                  <a:fillRect l="-1837" t="-10000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054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D70E0-1152-FCAF-53F8-C2576F04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5A434C-1123-25F8-F148-7BB9C38F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# 7.2.6(a)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712F8CE-0CBE-6D55-AB25-8B01D0A4C46A}"/>
              </a:ext>
            </a:extLst>
          </p:cNvPr>
          <p:cNvSpPr txBox="1"/>
          <p:nvPr/>
        </p:nvSpPr>
        <p:spPr>
          <a:xfrm>
            <a:off x="5758541" y="1958219"/>
            <a:ext cx="1573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(case 3)</a:t>
            </a:r>
            <a:endParaRPr lang="zh-TW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DB01BD7-9C6D-AD1D-86B7-E91E5D4060A8}"/>
                  </a:ext>
                </a:extLst>
              </p:cNvPr>
              <p:cNvSpPr txBox="1"/>
              <p:nvPr/>
            </p:nvSpPr>
            <p:spPr>
              <a:xfrm>
                <a:off x="990600" y="1958219"/>
                <a:ext cx="272074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/>
                  <a:t>(2) 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/>
                  <a:t>) 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sz="3200" dirty="0"/>
                  <a:t> 5</a:t>
                </a:r>
                <a:endParaRPr lang="zh-TW" altLang="en-US" sz="32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DB01BD7-9C6D-AD1D-86B7-E91E5D40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958219"/>
                <a:ext cx="2720745" cy="584775"/>
              </a:xfrm>
              <a:prstGeom prst="rect">
                <a:avLst/>
              </a:prstGeom>
              <a:blipFill>
                <a:blip r:embed="rId2"/>
                <a:stretch>
                  <a:fillRect l="-5830" t="-12500" r="-4933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C8FAC707-9DDD-E34A-4C23-3864CBE9B580}"/>
              </a:ext>
            </a:extLst>
          </p:cNvPr>
          <p:cNvGrpSpPr/>
          <p:nvPr/>
        </p:nvGrpSpPr>
        <p:grpSpPr>
          <a:xfrm>
            <a:off x="1242575" y="3201180"/>
            <a:ext cx="1894162" cy="2227653"/>
            <a:chOff x="1266335" y="2630400"/>
            <a:chExt cx="1894162" cy="2227653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D794B22-8DE8-7CB9-F4CE-CA415E275FDC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04A060F4-D1AD-AE30-51AF-376C1F12CF8E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7BFF7D0E-E8ED-AF45-28E8-532DF9E0C9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流程圖: 接點 8">
                <a:extLst>
                  <a:ext uri="{FF2B5EF4-FFF2-40B4-BE49-F238E27FC236}">
                    <a16:creationId xmlns:a16="http://schemas.microsoft.com/office/drawing/2014/main" id="{A27B5F03-1CD5-DD33-C425-735EE38AF65C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1058DB43-075F-A0F9-5BF2-26E9EADFB395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1058DB43-075F-A0F9-5BF2-26E9EADFB3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46" r="-538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流程圖: 接點 10">
                <a:extLst>
                  <a:ext uri="{FF2B5EF4-FFF2-40B4-BE49-F238E27FC236}">
                    <a16:creationId xmlns:a16="http://schemas.microsoft.com/office/drawing/2014/main" id="{4F9207CE-E2EE-8B2B-5E4B-6077ECC17E61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A3C7AD3C-96C4-E1DB-75EE-A5CAA16057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流程圖: 接點 12">
                <a:extLst>
                  <a:ext uri="{FF2B5EF4-FFF2-40B4-BE49-F238E27FC236}">
                    <a16:creationId xmlns:a16="http://schemas.microsoft.com/office/drawing/2014/main" id="{6A540832-65F0-4B75-5DD6-057900CAB4F5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4" name="流程圖: 接點 13">
                <a:extLst>
                  <a:ext uri="{FF2B5EF4-FFF2-40B4-BE49-F238E27FC236}">
                    <a16:creationId xmlns:a16="http://schemas.microsoft.com/office/drawing/2014/main" id="{098E8EE5-DB7F-BF44-7131-06B2CE5840EE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46258DA5-4088-56CF-502D-D32593037C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流程圖: 接點 15">
                <a:extLst>
                  <a:ext uri="{FF2B5EF4-FFF2-40B4-BE49-F238E27FC236}">
                    <a16:creationId xmlns:a16="http://schemas.microsoft.com/office/drawing/2014/main" id="{F7556212-439B-1250-52B1-B2382496A1E0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361C419-D5C5-71EA-E67B-8C4A919F89AC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9CB22D65-39C8-68A5-45FD-1DADF168C188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5DEE9BD-F94C-AD83-E525-941A57B0ECCB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9579B4F-FC3A-AE2A-4873-54C4ACD0ED77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AA88FFE4-8A09-79F8-96B0-9BA21FE6EA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AF459E30-F9EA-6954-3FDC-1A0AD2CB46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F18E4B50-4C29-ED5C-144E-D72AD9B061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9BF27DF4-2227-2642-1196-791A7B4846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7295" y="3168839"/>
                <a:ext cx="263691" cy="82844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CE91E502-4B8C-4575-1F4A-C2924D173F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21386" y="3168839"/>
                <a:ext cx="308286" cy="82844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10B6AA89-3883-2FF2-9C77-CC1CFC09D1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7953" y="3569716"/>
                <a:ext cx="745066" cy="46302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548A5D62-2AD0-9CBC-54FE-5625F9DDC1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02607" y="4060844"/>
                <a:ext cx="494225" cy="1321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0E8A2E9-5D7C-E65C-7974-E465D52A1CA6}"/>
                  </a:ext>
                </a:extLst>
              </p:cNvPr>
              <p:cNvSpPr txBox="1"/>
              <p:nvPr/>
            </p:nvSpPr>
            <p:spPr>
              <a:xfrm>
                <a:off x="4052626" y="5625150"/>
                <a:ext cx="25136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故 </a:t>
                </a:r>
                <a:r>
                  <a:rPr lang="en-US" altLang="zh-TW" dirty="0"/>
                  <a:t>cd</a:t>
                </a:r>
                <a:r>
                  <a:rPr lang="zh-TW" altLang="en-US" dirty="0"/>
                  <a:t>必為紅，但此時 </a:t>
                </a:r>
                <a:r>
                  <a:rPr lang="en-US" altLang="zh-TW" dirty="0"/>
                  <a:t>c-v-d-b </a:t>
                </a:r>
                <a:r>
                  <a:rPr lang="zh-TW" altLang="en-US" dirty="0"/>
                  <a:t>又得到一條藍色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en-US" dirty="0"/>
                  <a:t>，矛盾</a:t>
                </a:r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0E8A2E9-5D7C-E65C-7974-E465D52A1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626" y="5625150"/>
                <a:ext cx="2513646" cy="923330"/>
              </a:xfrm>
              <a:prstGeom prst="rect">
                <a:avLst/>
              </a:prstGeom>
              <a:blipFill>
                <a:blip r:embed="rId4"/>
                <a:stretch>
                  <a:fillRect l="-2184" t="-3974" b="-99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958D0AA-EF8F-7B02-F915-F95AE7C0F98D}"/>
                  </a:ext>
                </a:extLst>
              </p:cNvPr>
              <p:cNvSpPr txBox="1"/>
              <p:nvPr/>
            </p:nvSpPr>
            <p:spPr>
              <a:xfrm>
                <a:off x="1177212" y="5738837"/>
                <a:ext cx="251364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若 </a:t>
                </a:r>
                <a:r>
                  <a:rPr lang="en-US" altLang="zh-TW" dirty="0"/>
                  <a:t>cd</a:t>
                </a:r>
                <a:r>
                  <a:rPr lang="zh-TW" altLang="en-US" dirty="0"/>
                  <a:t>為藍，則 </a:t>
                </a:r>
                <a:r>
                  <a:rPr lang="en-US" altLang="zh-TW" dirty="0"/>
                  <a:t>a-c-b-d </a:t>
                </a:r>
                <a:r>
                  <a:rPr lang="zh-TW" altLang="en-US" dirty="0"/>
                  <a:t>是一條藍色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958D0AA-EF8F-7B02-F915-F95AE7C0F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212" y="5738837"/>
                <a:ext cx="2513646" cy="646331"/>
              </a:xfrm>
              <a:prstGeom prst="rect">
                <a:avLst/>
              </a:prstGeom>
              <a:blipFill>
                <a:blip r:embed="rId5"/>
                <a:stretch>
                  <a:fillRect l="-194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31">
            <a:extLst>
              <a:ext uri="{FF2B5EF4-FFF2-40B4-BE49-F238E27FC236}">
                <a16:creationId xmlns:a16="http://schemas.microsoft.com/office/drawing/2014/main" id="{3C3F3888-6D41-DD3D-3821-76086A50B396}"/>
              </a:ext>
            </a:extLst>
          </p:cNvPr>
          <p:cNvGrpSpPr/>
          <p:nvPr/>
        </p:nvGrpSpPr>
        <p:grpSpPr>
          <a:xfrm>
            <a:off x="3912475" y="3201180"/>
            <a:ext cx="1894162" cy="2227653"/>
            <a:chOff x="1266335" y="2630400"/>
            <a:chExt cx="1894162" cy="2227653"/>
          </a:xfrm>
        </p:grpSpPr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DFF91EEE-57C0-978D-1A9F-46B67A874CE6}"/>
                </a:ext>
              </a:extLst>
            </p:cNvPr>
            <p:cNvSpPr txBox="1"/>
            <p:nvPr/>
          </p:nvSpPr>
          <p:spPr>
            <a:xfrm>
              <a:off x="2071112" y="2630400"/>
              <a:ext cx="31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</a:t>
              </a:r>
              <a:endParaRPr lang="zh-TW" altLang="en-US" sz="2400" dirty="0"/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AADDC316-1556-0227-CB74-5F864C2C6C7B}"/>
                </a:ext>
              </a:extLst>
            </p:cNvPr>
            <p:cNvGrpSpPr/>
            <p:nvPr/>
          </p:nvGrpSpPr>
          <p:grpSpPr>
            <a:xfrm>
              <a:off x="1266335" y="3048140"/>
              <a:ext cx="1894162" cy="1809913"/>
              <a:chOff x="1266335" y="3048140"/>
              <a:chExt cx="1894162" cy="1809913"/>
            </a:xfrm>
          </p:grpSpPr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3C34D04D-FCC3-3FAC-60C1-FE94B12099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7414" y="3509805"/>
                <a:ext cx="944811" cy="780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流程圖: 接點 35">
                <a:extLst>
                  <a:ext uri="{FF2B5EF4-FFF2-40B4-BE49-F238E27FC236}">
                    <a16:creationId xmlns:a16="http://schemas.microsoft.com/office/drawing/2014/main" id="{9799FFF4-C5EC-5F56-71FA-EF6152B1F57E}"/>
                  </a:ext>
                </a:extLst>
              </p:cNvPr>
              <p:cNvSpPr/>
              <p:nvPr/>
            </p:nvSpPr>
            <p:spPr>
              <a:xfrm>
                <a:off x="1676438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8E03A18B-5637-630D-0A09-35F628F53E0B}"/>
                      </a:ext>
                    </a:extLst>
                  </p:cNvPr>
                  <p:cNvSpPr txBox="1"/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8E03A18B-5637-630D-0A09-35F628F53E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2951" y="4396388"/>
                    <a:ext cx="317120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846" r="-538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流程圖: 接點 37">
                <a:extLst>
                  <a:ext uri="{FF2B5EF4-FFF2-40B4-BE49-F238E27FC236}">
                    <a16:creationId xmlns:a16="http://schemas.microsoft.com/office/drawing/2014/main" id="{0BB08843-8EAF-B0C1-EA2C-EB9943A05F9E}"/>
                  </a:ext>
                </a:extLst>
              </p:cNvPr>
              <p:cNvSpPr/>
              <p:nvPr/>
            </p:nvSpPr>
            <p:spPr>
              <a:xfrm>
                <a:off x="2229672" y="3089622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39" name="直線接點 38">
                <a:extLst>
                  <a:ext uri="{FF2B5EF4-FFF2-40B4-BE49-F238E27FC236}">
                    <a16:creationId xmlns:a16="http://schemas.microsoft.com/office/drawing/2014/main" id="{16F97B96-8723-71F0-96B3-9AF0CC17B1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414" y="3549346"/>
                <a:ext cx="746877" cy="47611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流程圖: 接點 39">
                <a:extLst>
                  <a:ext uri="{FF2B5EF4-FFF2-40B4-BE49-F238E27FC236}">
                    <a16:creationId xmlns:a16="http://schemas.microsoft.com/office/drawing/2014/main" id="{801A8CCB-ED77-47D6-ACE2-DF33ABB786E9}"/>
                  </a:ext>
                </a:extLst>
              </p:cNvPr>
              <p:cNvSpPr/>
              <p:nvPr/>
            </p:nvSpPr>
            <p:spPr>
              <a:xfrm>
                <a:off x="1864398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1" name="流程圖: 接點 40">
                <a:extLst>
                  <a:ext uri="{FF2B5EF4-FFF2-40B4-BE49-F238E27FC236}">
                    <a16:creationId xmlns:a16="http://schemas.microsoft.com/office/drawing/2014/main" id="{5E526F4D-11FF-9A87-D59D-553B95ED19E7}"/>
                  </a:ext>
                </a:extLst>
              </p:cNvPr>
              <p:cNvSpPr/>
              <p:nvPr/>
            </p:nvSpPr>
            <p:spPr>
              <a:xfrm>
                <a:off x="2752401" y="3478066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CE0EA991-6103-84C3-5C7E-DA4E1E03FD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7414" y="3152631"/>
                <a:ext cx="414969" cy="32543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流程圖: 接點 42">
                <a:extLst>
                  <a:ext uri="{FF2B5EF4-FFF2-40B4-BE49-F238E27FC236}">
                    <a16:creationId xmlns:a16="http://schemas.microsoft.com/office/drawing/2014/main" id="{66231D41-EEF1-D919-9345-E40D0AFDDAD1}"/>
                  </a:ext>
                </a:extLst>
              </p:cNvPr>
              <p:cNvSpPr/>
              <p:nvPr/>
            </p:nvSpPr>
            <p:spPr>
              <a:xfrm>
                <a:off x="2543844" y="4027341"/>
                <a:ext cx="50800" cy="50800"/>
              </a:xfrm>
              <a:prstGeom prst="flowChartConnector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F1FC3C67-ACBE-2838-3A91-8CD1478F4536}"/>
                  </a:ext>
                </a:extLst>
              </p:cNvPr>
              <p:cNvSpPr txBox="1"/>
              <p:nvPr/>
            </p:nvSpPr>
            <p:spPr>
              <a:xfrm>
                <a:off x="1266335" y="3179472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v</a:t>
                </a:r>
                <a:endParaRPr lang="zh-TW" altLang="en-US" sz="2400" dirty="0"/>
              </a:p>
            </p:txBody>
          </p: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F747C9F5-E842-22D3-A2ED-47AED5150F77}"/>
                  </a:ext>
                </a:extLst>
              </p:cNvPr>
              <p:cNvSpPr txBox="1"/>
              <p:nvPr/>
            </p:nvSpPr>
            <p:spPr>
              <a:xfrm>
                <a:off x="2843377" y="3048140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</a:t>
                </a:r>
                <a:endParaRPr lang="zh-TW" altLang="en-US" sz="2400" dirty="0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FC6DF1E0-FC0B-5348-9C27-69BFEA86E5CE}"/>
                  </a:ext>
                </a:extLst>
              </p:cNvPr>
              <p:cNvSpPr txBox="1"/>
              <p:nvPr/>
            </p:nvSpPr>
            <p:spPr>
              <a:xfrm>
                <a:off x="2663309" y="3934723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c</a:t>
                </a:r>
                <a:endParaRPr lang="zh-TW" altLang="en-US" sz="2400" dirty="0"/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694F878D-CA2E-7CD0-F2DD-E48EFE1C32EE}"/>
                  </a:ext>
                </a:extLst>
              </p:cNvPr>
              <p:cNvSpPr txBox="1"/>
              <p:nvPr/>
            </p:nvSpPr>
            <p:spPr>
              <a:xfrm>
                <a:off x="1478613" y="3985917"/>
                <a:ext cx="3171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d</a:t>
                </a:r>
                <a:endParaRPr lang="zh-TW" altLang="en-US" sz="2400" dirty="0"/>
              </a:p>
            </p:txBody>
          </p:sp>
          <p:cxnSp>
            <p:nvCxnSpPr>
              <p:cNvPr id="48" name="直線接點 47">
                <a:extLst>
                  <a:ext uri="{FF2B5EF4-FFF2-40B4-BE49-F238E27FC236}">
                    <a16:creationId xmlns:a16="http://schemas.microsoft.com/office/drawing/2014/main" id="{1CE63C2E-D79F-D6C7-C95D-098E6E7AB4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046" y="3582913"/>
                <a:ext cx="131423" cy="41426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EDCBA8FB-863C-3417-395D-EB94A8FDF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395" y="3156532"/>
                <a:ext cx="428891" cy="28971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84CBA0B7-F83C-C14C-938B-A067FC52CB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3865" y="3556254"/>
                <a:ext cx="183936" cy="43926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接點 50">
                <a:extLst>
                  <a:ext uri="{FF2B5EF4-FFF2-40B4-BE49-F238E27FC236}">
                    <a16:creationId xmlns:a16="http://schemas.microsoft.com/office/drawing/2014/main" id="{D563F0FE-001D-4BEA-827E-309B3814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7295" y="3168839"/>
                <a:ext cx="263691" cy="82844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196E898F-F3FD-72AF-6BC5-DACB947C88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21386" y="3168839"/>
                <a:ext cx="308286" cy="82844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7603DF6C-C40D-FA1C-24C2-90D2D4CD23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7953" y="3569716"/>
                <a:ext cx="745066" cy="46302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3B2E3EF9-DFA6-3158-F0AA-13CCB8CC4A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02607" y="4060844"/>
                <a:ext cx="494225" cy="1321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11221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BBA52-2C2C-8B12-23E2-4257AD2D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8C8A61-E94B-0BEE-50B7-9265502E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616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9000-5715-8519-EB5A-62C18CD4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40299-B1E4-BE95-9372-E05CBBE2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986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12493-D5D9-4C7A-6100-139C9EA94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A3442-44E8-F46A-2802-DD65B46B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566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1049</Words>
  <Application>Microsoft Office PowerPoint</Application>
  <PresentationFormat>寬螢幕</PresentationFormat>
  <Paragraphs>248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Office 佈景主題</vt:lpstr>
      <vt:lpstr>2026.4.12</vt:lpstr>
      <vt:lpstr># 1.5.6(b) </vt:lpstr>
      <vt:lpstr># 1.5.6(b) </vt:lpstr>
      <vt:lpstr># 1.5.8*</vt:lpstr>
      <vt:lpstr># 1.5.9*</vt:lpstr>
      <vt:lpstr># 1.5.9*</vt:lpstr>
      <vt:lpstr># 1.6.3</vt:lpstr>
      <vt:lpstr># 1.6.5</vt:lpstr>
      <vt:lpstr># 1.6.9</vt:lpstr>
      <vt:lpstr># 1.6.10</vt:lpstr>
      <vt:lpstr># 1.6.10</vt:lpstr>
      <vt:lpstr># 1.6.12</vt:lpstr>
      <vt:lpstr>2026.4.13</vt:lpstr>
      <vt:lpstr># 7.2.6(a)</vt:lpstr>
      <vt:lpstr># 7.2.6(a)</vt:lpstr>
      <vt:lpstr># 7.2.6(a)</vt:lpstr>
      <vt:lpstr># 7.2.6(a)</vt:lpstr>
      <vt:lpstr># 7.2.6(a)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崇安 李</dc:creator>
  <cp:lastModifiedBy>崇安 李</cp:lastModifiedBy>
  <cp:revision>16</cp:revision>
  <dcterms:created xsi:type="dcterms:W3CDTF">2026-04-12T06:15:25Z</dcterms:created>
  <dcterms:modified xsi:type="dcterms:W3CDTF">2026-04-13T07:38:12Z</dcterms:modified>
</cp:coreProperties>
</file>